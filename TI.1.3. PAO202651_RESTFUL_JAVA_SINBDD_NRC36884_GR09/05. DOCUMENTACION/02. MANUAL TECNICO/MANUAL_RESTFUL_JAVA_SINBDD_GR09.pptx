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3636e858674cbe" /><Relationship Type="http://schemas.openxmlformats.org/officeDocument/2006/relationships/extended-properties" Target="/docProps/app.xml" Id="Rdeda1b25a42742c8" /><Relationship Type="http://schemas.openxmlformats.org/officeDocument/2006/relationships/officeDocument" Target="/ppt/presentation.xml" Id="R0a1ba2dad3b344e6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5cafc236bf184526"/>
  </p:sldMasterIdLst>
  <p:notesMasterIdLst>
    <p:notesMasterId xmlns:r="http://schemas.openxmlformats.org/officeDocument/2006/relationships" r:id="Re226a13e632f4e6f"/>
  </p:notesMasterIdLst>
  <p:sldIdLst>
    <p:sldId xmlns:r="http://schemas.openxmlformats.org/officeDocument/2006/relationships" id="256" r:id="R274b4f62e1a74643"/>
    <p:sldId xmlns:r="http://schemas.openxmlformats.org/officeDocument/2006/relationships" id="257" r:id="Rab9906d3ebda4d46"/>
    <p:sldId xmlns:r="http://schemas.openxmlformats.org/officeDocument/2006/relationships" id="258" r:id="Rb8435a936ab440f1"/>
    <p:sldId xmlns:r="http://schemas.openxmlformats.org/officeDocument/2006/relationships" id="259" r:id="Rcdd2b23cca9b4724"/>
    <p:sldId xmlns:r="http://schemas.openxmlformats.org/officeDocument/2006/relationships" id="260" r:id="Rb63a66eb012e4094"/>
    <p:sldId xmlns:r="http://schemas.openxmlformats.org/officeDocument/2006/relationships" id="261" r:id="R87bdb17cf18446c7"/>
    <p:sldId xmlns:r="http://schemas.openxmlformats.org/officeDocument/2006/relationships" id="262" r:id="R0fd2db15fb534bd7"/>
    <p:sldId xmlns:r="http://schemas.openxmlformats.org/officeDocument/2006/relationships" id="263" r:id="R94b86553d85c4839"/>
    <p:sldId xmlns:r="http://schemas.openxmlformats.org/officeDocument/2006/relationships" id="264" r:id="R05b97e18c75744c5"/>
    <p:sldId xmlns:r="http://schemas.openxmlformats.org/officeDocument/2006/relationships" id="265" r:id="R8d77e6ed2cbf490d"/>
    <p:sldId xmlns:r="http://schemas.openxmlformats.org/officeDocument/2006/relationships" id="266" r:id="R9d8b0089b2af4627"/>
    <p:sldId xmlns:r="http://schemas.openxmlformats.org/officeDocument/2006/relationships" id="267" r:id="R9101bec55b3444a5"/>
    <p:sldId xmlns:r="http://schemas.openxmlformats.org/officeDocument/2006/relationships" id="268" r:id="R6ecb644077c54b60"/>
    <p:sldId xmlns:r="http://schemas.openxmlformats.org/officeDocument/2006/relationships" id="269" r:id="Rbc79fd6ddb774d52"/>
    <p:sldId xmlns:r="http://schemas.openxmlformats.org/officeDocument/2006/relationships" id="270" r:id="Rf99db95b53324052"/>
    <p:sldId xmlns:r="http://schemas.openxmlformats.org/officeDocument/2006/relationships" id="271" r:id="Ra12f960ec4504874"/>
    <p:sldId xmlns:r="http://schemas.openxmlformats.org/officeDocument/2006/relationships" id="272" r:id="R3bd5b4613d144f09"/>
    <p:sldId xmlns:r="http://schemas.openxmlformats.org/officeDocument/2006/relationships" id="273" r:id="R242ba95353d94e3d"/>
    <p:sldId xmlns:r="http://schemas.openxmlformats.org/officeDocument/2006/relationships" id="274" r:id="R2a724b1778b246b2"/>
    <p:sldId xmlns:r="http://schemas.openxmlformats.org/officeDocument/2006/relationships" id="275" r:id="R48a40f7096a14631"/>
    <p:sldId xmlns:r="http://schemas.openxmlformats.org/officeDocument/2006/relationships" id="276" r:id="R5c8702daa97b4638"/>
    <p:sldId xmlns:r="http://schemas.openxmlformats.org/officeDocument/2006/relationships" id="277" r:id="Rab4de0eb9a1c4d47"/>
    <p:sldId xmlns:r="http://schemas.openxmlformats.org/officeDocument/2006/relationships" id="278" r:id="R46f10116f58a47ae"/>
    <p:sldId xmlns:r="http://schemas.openxmlformats.org/officeDocument/2006/relationships" id="279" r:id="R43ebd5066d8a458e"/>
    <p:sldId xmlns:r="http://schemas.openxmlformats.org/officeDocument/2006/relationships" id="280" r:id="R28433ac4005142b4"/>
    <p:sldId xmlns:r="http://schemas.openxmlformats.org/officeDocument/2006/relationships" id="281" r:id="R8eeb2b2905ba41b0"/>
    <p:sldId xmlns:r="http://schemas.openxmlformats.org/officeDocument/2006/relationships" id="282" r:id="R00f4d1089f2541d8"/>
    <p:sldId xmlns:r="http://schemas.openxmlformats.org/officeDocument/2006/relationships" id="283" r:id="Rdfe257beab6e413d"/>
    <p:sldId xmlns:r="http://schemas.openxmlformats.org/officeDocument/2006/relationships" id="284" r:id="R13409fb526044b01"/>
    <p:sldId xmlns:r="http://schemas.openxmlformats.org/officeDocument/2006/relationships" id="285" r:id="R9f7eedcc54b94b35"/>
  </p:sldIdLst>
  <p:sldSz cx="12192000" cy="6858000"/>
  <p:notesSz cx="6858000" cy="9144000"/>
  <p:embeddedFontLst>
    <p:embeddedFont>
      <p:font typeface="Calibri"/>
      <p:regular xmlns:r="http://schemas.openxmlformats.org/officeDocument/2006/relationships" r:id="R745aa488bc5a463d"/>
      <p:bold xmlns:r="http://schemas.openxmlformats.org/officeDocument/2006/relationships" r:id="Rdb266476a28c416b"/>
      <p:italic xmlns:r="http://schemas.openxmlformats.org/officeDocument/2006/relationships" r:id="Rac70f2c651104f3c"/>
      <p:boldItalic xmlns:r="http://schemas.openxmlformats.org/officeDocument/2006/relationships" r:id="R24488c284c2e4769"/>
    </p:embeddedFont>
    <p:embeddedFont>
      <p:font typeface="Cambria"/>
      <p:regular xmlns:r="http://schemas.openxmlformats.org/officeDocument/2006/relationships" r:id="R007ff17262f44193"/>
      <p:bold xmlns:r="http://schemas.openxmlformats.org/officeDocument/2006/relationships" r:id="Rfe69b72876a24001"/>
      <p:italic xmlns:r="http://schemas.openxmlformats.org/officeDocument/2006/relationships" r:id="R5ac8e793074d43c4"/>
      <p:boldItalic xmlns:r="http://schemas.openxmlformats.org/officeDocument/2006/relationships" r:id="R8dfd0c24aa2147c2"/>
    </p:embeddedFont>
    <p:embeddedFont>
      <p:font typeface="Gill Sans"/>
      <p:regular xmlns:r="http://schemas.openxmlformats.org/officeDocument/2006/relationships" r:id="R962d930649ff4cf7"/>
      <p:bold xmlns:r="http://schemas.openxmlformats.org/officeDocument/2006/relationships" r:id="R70c1f861012f4193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a7d791f0a04782" /><Relationship Type="http://schemas.openxmlformats.org/officeDocument/2006/relationships/slideMaster" Target="/ppt/slideMasters/slideMaster1.xml" Id="R5cafc236bf184526" /><Relationship Type="http://schemas.openxmlformats.org/officeDocument/2006/relationships/notesMaster" Target="/ppt/notesMasters/notesMaster1.xml" Id="Re226a13e632f4e6f" /><Relationship Type="http://schemas.openxmlformats.org/officeDocument/2006/relationships/presProps" Target="/ppt/presProps.xml" Id="R6b8252d90b2f4532" /><Relationship Type="http://schemas.openxmlformats.org/officeDocument/2006/relationships/viewProps" Target="/ppt/viewProps.xml" Id="R4a5db3e9b646424c" /><Relationship Type="http://schemas.openxmlformats.org/officeDocument/2006/relationships/tableStyles" Target="/ppt/tableStyles.xml" Id="R72484c1677b04403" /><Relationship Type="http://schemas.openxmlformats.org/officeDocument/2006/relationships/font" Target="/ppt/fonts/font.dat" Id="R745aa488bc5a463d" /><Relationship Type="http://schemas.openxmlformats.org/officeDocument/2006/relationships/font" Target="/ppt/fonts/font2.dat" Id="Rdb266476a28c416b" /><Relationship Type="http://schemas.openxmlformats.org/officeDocument/2006/relationships/font" Target="/ppt/fonts/font3.dat" Id="Rac70f2c651104f3c" /><Relationship Type="http://schemas.openxmlformats.org/officeDocument/2006/relationships/font" Target="/ppt/fonts/font4.dat" Id="R24488c284c2e4769" /><Relationship Type="http://schemas.openxmlformats.org/officeDocument/2006/relationships/font" Target="/ppt/fonts/font5.dat" Id="R007ff17262f44193" /><Relationship Type="http://schemas.openxmlformats.org/officeDocument/2006/relationships/font" Target="/ppt/fonts/font6.dat" Id="Rfe69b72876a24001" /><Relationship Type="http://schemas.openxmlformats.org/officeDocument/2006/relationships/font" Target="/ppt/fonts/font7.dat" Id="R5ac8e793074d43c4" /><Relationship Type="http://schemas.openxmlformats.org/officeDocument/2006/relationships/font" Target="/ppt/fonts/font8.dat" Id="R8dfd0c24aa2147c2" /><Relationship Type="http://schemas.openxmlformats.org/officeDocument/2006/relationships/font" Target="/ppt/fonts/font9.dat" Id="R962d930649ff4cf7" /><Relationship Type="http://schemas.openxmlformats.org/officeDocument/2006/relationships/font" Target="/ppt/fonts/font10.dat" Id="R70c1f861012f4193" /><Relationship Type="http://schemas.openxmlformats.org/officeDocument/2006/relationships/slide" Target="/ppt/slides/slide1.xml" Id="R274b4f62e1a74643" /><Relationship Type="http://schemas.openxmlformats.org/officeDocument/2006/relationships/slide" Target="/ppt/slides/slide2.xml" Id="Rab9906d3ebda4d46" /><Relationship Type="http://schemas.openxmlformats.org/officeDocument/2006/relationships/slide" Target="/ppt/slides/slide3.xml" Id="Rb8435a936ab440f1" /><Relationship Type="http://schemas.openxmlformats.org/officeDocument/2006/relationships/slide" Target="/ppt/slides/slide4.xml" Id="Rcdd2b23cca9b4724" /><Relationship Type="http://schemas.openxmlformats.org/officeDocument/2006/relationships/slide" Target="/ppt/slides/slide5.xml" Id="Rb63a66eb012e4094" /><Relationship Type="http://schemas.openxmlformats.org/officeDocument/2006/relationships/slide" Target="/ppt/slides/slide6.xml" Id="R87bdb17cf18446c7" /><Relationship Type="http://schemas.openxmlformats.org/officeDocument/2006/relationships/slide" Target="/ppt/slides/slide7.xml" Id="R0fd2db15fb534bd7" /><Relationship Type="http://schemas.openxmlformats.org/officeDocument/2006/relationships/slide" Target="/ppt/slides/slide8.xml" Id="R94b86553d85c4839" /><Relationship Type="http://schemas.openxmlformats.org/officeDocument/2006/relationships/slide" Target="/ppt/slides/slide9.xml" Id="R05b97e18c75744c5" /><Relationship Type="http://schemas.openxmlformats.org/officeDocument/2006/relationships/slide" Target="/ppt/slides/slide10.xml" Id="R8d77e6ed2cbf490d" /><Relationship Type="http://schemas.openxmlformats.org/officeDocument/2006/relationships/slide" Target="/ppt/slides/slide11.xml" Id="R9d8b0089b2af4627" /><Relationship Type="http://schemas.openxmlformats.org/officeDocument/2006/relationships/slide" Target="/ppt/slides/slide12.xml" Id="R9101bec55b3444a5" /><Relationship Type="http://schemas.openxmlformats.org/officeDocument/2006/relationships/slide" Target="/ppt/slides/slide13.xml" Id="R6ecb644077c54b60" /><Relationship Type="http://schemas.openxmlformats.org/officeDocument/2006/relationships/slide" Target="/ppt/slides/slide14.xml" Id="Rbc79fd6ddb774d52" /><Relationship Type="http://schemas.openxmlformats.org/officeDocument/2006/relationships/slide" Target="/ppt/slides/slide15.xml" Id="Rf99db95b53324052" /><Relationship Type="http://schemas.openxmlformats.org/officeDocument/2006/relationships/slide" Target="/ppt/slides/slide16.xml" Id="Ra12f960ec4504874" /><Relationship Type="http://schemas.openxmlformats.org/officeDocument/2006/relationships/slide" Target="/ppt/slides/slide17.xml" Id="R3bd5b4613d144f09" /><Relationship Type="http://schemas.openxmlformats.org/officeDocument/2006/relationships/slide" Target="/ppt/slides/slide18.xml" Id="R242ba95353d94e3d" /><Relationship Type="http://schemas.openxmlformats.org/officeDocument/2006/relationships/slide" Target="/ppt/slides/slide19.xml" Id="R2a724b1778b246b2" /><Relationship Type="http://schemas.openxmlformats.org/officeDocument/2006/relationships/slide" Target="/ppt/slides/slide20.xml" Id="R48a40f7096a14631" /><Relationship Type="http://schemas.openxmlformats.org/officeDocument/2006/relationships/slide" Target="/ppt/slides/slide21.xml" Id="R5c8702daa97b4638" /><Relationship Type="http://schemas.openxmlformats.org/officeDocument/2006/relationships/slide" Target="/ppt/slides/slide22.xml" Id="Rab4de0eb9a1c4d47" /><Relationship Type="http://schemas.openxmlformats.org/officeDocument/2006/relationships/slide" Target="/ppt/slides/slide23.xml" Id="R46f10116f58a47ae" /><Relationship Type="http://schemas.openxmlformats.org/officeDocument/2006/relationships/slide" Target="/ppt/slides/slide24.xml" Id="R43ebd5066d8a458e" /><Relationship Type="http://schemas.openxmlformats.org/officeDocument/2006/relationships/slide" Target="/ppt/slides/slide25.xml" Id="R28433ac4005142b4" /><Relationship Type="http://schemas.openxmlformats.org/officeDocument/2006/relationships/slide" Target="/ppt/slides/slide26.xml" Id="R8eeb2b2905ba41b0" /><Relationship Type="http://schemas.openxmlformats.org/officeDocument/2006/relationships/slide" Target="/ppt/slides/slide27.xml" Id="R00f4d1089f2541d8" /><Relationship Type="http://schemas.openxmlformats.org/officeDocument/2006/relationships/slide" Target="/ppt/slides/slide28.xml" Id="Rdfe257beab6e413d" /><Relationship Type="http://schemas.openxmlformats.org/officeDocument/2006/relationships/slide" Target="/ppt/slides/slide29.xml" Id="R13409fb526044b01" /><Relationship Type="http://schemas.openxmlformats.org/officeDocument/2006/relationships/slide" Target="/ppt/slides/slide30.xml" Id="R9f7eedcc54b94b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447d91349549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3105db717943d0" /><Relationship Type="http://schemas.openxmlformats.org/officeDocument/2006/relationships/notesMaster" Target="/ppt/notesMasters/notesMaster1.xml" Id="R9d1cc54be31347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34cab16c8924584" /><Relationship Type="http://schemas.openxmlformats.org/officeDocument/2006/relationships/notesMaster" Target="/ppt/notesMasters/notesMaster1.xml" Id="Rc24c32e95e4a49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c01ddd1f0e467e" /><Relationship Type="http://schemas.openxmlformats.org/officeDocument/2006/relationships/notesMaster" Target="/ppt/notesMasters/notesMaster1.xml" Id="R11ac3c2900cd42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591b89b12b49e7" /><Relationship Type="http://schemas.openxmlformats.org/officeDocument/2006/relationships/notesMaster" Target="/ppt/notesMasters/notesMaster1.xml" Id="Rfb1baca210724a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5b33e2bdf848e5" /><Relationship Type="http://schemas.openxmlformats.org/officeDocument/2006/relationships/notesMaster" Target="/ppt/notesMasters/notesMaster1.xml" Id="R765bce30bfef46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c5d86bf296412d" /><Relationship Type="http://schemas.openxmlformats.org/officeDocument/2006/relationships/notesMaster" Target="/ppt/notesMasters/notesMaster1.xml" Id="R2294ae565ba7460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e4228b83664e75" /><Relationship Type="http://schemas.openxmlformats.org/officeDocument/2006/relationships/notesMaster" Target="/ppt/notesMasters/notesMaster1.xml" Id="R8a6ed6a72b164b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96daa291654fdc" /><Relationship Type="http://schemas.openxmlformats.org/officeDocument/2006/relationships/notesMaster" Target="/ppt/notesMasters/notesMaster1.xml" Id="Re7ad474442164d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8d48ddd43a4777" /><Relationship Type="http://schemas.openxmlformats.org/officeDocument/2006/relationships/notesMaster" Target="/ppt/notesMasters/notesMaster1.xml" Id="R5a7497a9a9fe4e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85ec2a59634901" /><Relationship Type="http://schemas.openxmlformats.org/officeDocument/2006/relationships/notesMaster" Target="/ppt/notesMasters/notesMaster1.xml" Id="R547940c91c10467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74ea1bf4759405a" /><Relationship Type="http://schemas.openxmlformats.org/officeDocument/2006/relationships/notesMaster" Target="/ppt/notesMasters/notesMaster1.xml" Id="R0e8e562b05334e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09aa86c51f4c9b" /><Relationship Type="http://schemas.openxmlformats.org/officeDocument/2006/relationships/notesMaster" Target="/ppt/notesMasters/notesMaster1.xml" Id="R929d558f816e4b6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64b537350734887" /><Relationship Type="http://schemas.openxmlformats.org/officeDocument/2006/relationships/notesMaster" Target="/ppt/notesMasters/notesMaster1.xml" Id="Rcceb40d66cdb479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139a2d2a6494b0f" /><Relationship Type="http://schemas.openxmlformats.org/officeDocument/2006/relationships/notesMaster" Target="/ppt/notesMasters/notesMaster1.xml" Id="R03cd2c4cd0b1421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fd78bc33e75402b" /><Relationship Type="http://schemas.openxmlformats.org/officeDocument/2006/relationships/notesMaster" Target="/ppt/notesMasters/notesMaster1.xml" Id="R8009d15c9abb4d6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de1cd58f0fe479e" /><Relationship Type="http://schemas.openxmlformats.org/officeDocument/2006/relationships/notesMaster" Target="/ppt/notesMasters/notesMaster1.xml" Id="R4f36570b9fa1442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8d9f0d05a414432" /><Relationship Type="http://schemas.openxmlformats.org/officeDocument/2006/relationships/notesMaster" Target="/ppt/notesMasters/notesMaster1.xml" Id="R04daa906ff534f5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55125d564df469a" /><Relationship Type="http://schemas.openxmlformats.org/officeDocument/2006/relationships/notesMaster" Target="/ppt/notesMasters/notesMaster1.xml" Id="R903dd749407e425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c5590ff3c834b7d" /><Relationship Type="http://schemas.openxmlformats.org/officeDocument/2006/relationships/notesMaster" Target="/ppt/notesMasters/notesMaster1.xml" Id="R8da5021c083946d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fd3dbeda3c8403d" /><Relationship Type="http://schemas.openxmlformats.org/officeDocument/2006/relationships/notesMaster" Target="/ppt/notesMasters/notesMaster1.xml" Id="Rffda02c1739d4a0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33968fb9537428f" /><Relationship Type="http://schemas.openxmlformats.org/officeDocument/2006/relationships/notesMaster" Target="/ppt/notesMasters/notesMaster1.xml" Id="Rfae8cceff0624ff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68455c657a3469f" /><Relationship Type="http://schemas.openxmlformats.org/officeDocument/2006/relationships/notesMaster" Target="/ppt/notesMasters/notesMaster1.xml" Id="R6db5a873fa494c0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adb8b78afe241be" /><Relationship Type="http://schemas.openxmlformats.org/officeDocument/2006/relationships/notesMaster" Target="/ppt/notesMasters/notesMaster1.xml" Id="Ra96fb72b6e7d47d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a5b5ae020394c1b" /><Relationship Type="http://schemas.openxmlformats.org/officeDocument/2006/relationships/notesMaster" Target="/ppt/notesMasters/notesMaster1.xml" Id="R2415dee43e2e468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88d645ea07a455f" /><Relationship Type="http://schemas.openxmlformats.org/officeDocument/2006/relationships/notesMaster" Target="/ppt/notesMasters/notesMaster1.xml" Id="Rfa8efcca11a749d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4485db63bd441d1" /><Relationship Type="http://schemas.openxmlformats.org/officeDocument/2006/relationships/notesMaster" Target="/ppt/notesMasters/notesMaster1.xml" Id="R510fe7a34a7c432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1190341483a4af1" /><Relationship Type="http://schemas.openxmlformats.org/officeDocument/2006/relationships/notesMaster" Target="/ppt/notesMasters/notesMaster1.xml" Id="R980b38b1304b409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25ac19695c54ebf" /><Relationship Type="http://schemas.openxmlformats.org/officeDocument/2006/relationships/notesMaster" Target="/ppt/notesMasters/notesMaster1.xml" Id="R7bd15cfa0dd94a0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1a8d4a0afe84d0d" /><Relationship Type="http://schemas.openxmlformats.org/officeDocument/2006/relationships/notesMaster" Target="/ppt/notesMasters/notesMaster1.xml" Id="Ree805c03033049b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d2306725eef4dba" /><Relationship Type="http://schemas.openxmlformats.org/officeDocument/2006/relationships/notesMaster" Target="/ppt/notesMasters/notesMaster1.xml" Id="R0bd4530e2e0641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5b5a3dfa6c498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dd907e5d7b40e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d60d4fef174f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e83f3a9bc1475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bfbda4622f42b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84526df6014f3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7e6b8fe02941e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ebc2fdec3d4e0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8622803ea94c3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b8300233034ff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9090eec3a84c5e" /></Relationships>
</file>

<file path=ppt/slideLayouts/slideLayout1.xml><?xml version="1.0" encoding="utf-8"?>
<p:sldLayout xmlns:p="http://schemas.openxmlformats.org/presentationml/2006/main" matchingName="Diapositiva de título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45">
            <a:extLst xmlns:a="http://schemas.openxmlformats.org/drawingml/2006/main">
              <a:ext uri="{FF2B5EF4-FFF2-40B4-BE49-F238E27FC236}">
                <a16:creationId xmlns:a16="http://schemas.microsoft.com/office/drawing/2014/main" id="{8BE31040-18EC-4E42-9D7D-3EACF3F6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3085765"/>
            <a:ext cx="11262866" cy="3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Google Shape;16;p45">
            <a:extLst xmlns:a="http://schemas.openxmlformats.org/drawingml/2006/main">
              <a:ext uri="{FF2B5EF4-FFF2-40B4-BE49-F238E27FC236}">
                <a16:creationId xmlns:a16="http://schemas.microsoft.com/office/drawing/2014/main" id="{9BBDD310-308E-4AEC-BC7F-303AABECD14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81191" y="1020431"/>
            <a:ext cx="10993549" cy="1475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" name="Google Shape;17;p45">
            <a:extLst xmlns:a="http://schemas.openxmlformats.org/drawingml/2006/main">
              <a:ext uri="{FF2B5EF4-FFF2-40B4-BE49-F238E27FC236}">
                <a16:creationId xmlns:a16="http://schemas.microsoft.com/office/drawing/2014/main" id="{D04D9098-9600-41BD-9560-905CB76575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81194" y="2495445"/>
            <a:ext cx="10993546" cy="5903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45">
            <a:extLst xmlns:a="http://schemas.openxmlformats.org/drawingml/2006/main">
              <a:ext uri="{FF2B5EF4-FFF2-40B4-BE49-F238E27FC236}">
                <a16:creationId xmlns:a16="http://schemas.microsoft.com/office/drawing/2014/main" id="{E2D7D9F6-E42E-4F21-8AE6-298FB056A4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45">
            <a:extLst xmlns:a="http://schemas.openxmlformats.org/drawingml/2006/main">
              <a:ext uri="{FF2B5EF4-FFF2-40B4-BE49-F238E27FC236}">
                <a16:creationId xmlns:a16="http://schemas.microsoft.com/office/drawing/2014/main" id="{4D5C6099-5091-418C-B291-B27F141736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" name="Google Shape;20;p45">
            <a:extLst xmlns:a="http://schemas.openxmlformats.org/drawingml/2006/main">
              <a:ext uri="{FF2B5EF4-FFF2-40B4-BE49-F238E27FC236}">
                <a16:creationId xmlns:a16="http://schemas.microsoft.com/office/drawing/2014/main" id="{A890EFC9-96BB-4FDC-A259-A5393ED733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1644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ítulo y objetos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6">
            <a:extLst xmlns:a="http://schemas.openxmlformats.org/drawingml/2006/main">
              <a:ext uri="{FF2B5EF4-FFF2-40B4-BE49-F238E27FC236}">
                <a16:creationId xmlns:a16="http://schemas.microsoft.com/office/drawing/2014/main" id="{FA5A462E-D9FF-43EE-932B-EA33DEE3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ogle Shape;23;p46">
            <a:extLst xmlns:a="http://schemas.openxmlformats.org/drawingml/2006/main">
              <a:ext uri="{FF2B5EF4-FFF2-40B4-BE49-F238E27FC236}">
                <a16:creationId xmlns:a16="http://schemas.microsoft.com/office/drawing/2014/main" id="{42761FDB-B19D-4FFA-B866-238FCE6C7D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46">
            <a:extLst xmlns:a="http://schemas.openxmlformats.org/drawingml/2006/main">
              <a:ext uri="{FF2B5EF4-FFF2-40B4-BE49-F238E27FC236}">
                <a16:creationId xmlns:a16="http://schemas.microsoft.com/office/drawing/2014/main" id="{D6C40551-358E-4EAD-8C72-F3A6EB3651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11029615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46">
            <a:extLst xmlns:a="http://schemas.openxmlformats.org/drawingml/2006/main">
              <a:ext uri="{FF2B5EF4-FFF2-40B4-BE49-F238E27FC236}">
                <a16:creationId xmlns:a16="http://schemas.microsoft.com/office/drawing/2014/main" id="{4A2202DF-C017-4C0A-B32D-901FA89EA2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46">
            <a:extLst xmlns:a="http://schemas.openxmlformats.org/drawingml/2006/main">
              <a:ext uri="{FF2B5EF4-FFF2-40B4-BE49-F238E27FC236}">
                <a16:creationId xmlns:a16="http://schemas.microsoft.com/office/drawing/2014/main" id="{2226D3E2-BECA-4A9C-A527-CACC0EA9E2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46">
            <a:extLst xmlns:a="http://schemas.openxmlformats.org/drawingml/2006/main">
              <a:ext uri="{FF2B5EF4-FFF2-40B4-BE49-F238E27FC236}">
                <a16:creationId xmlns:a16="http://schemas.microsoft.com/office/drawing/2014/main" id="{6FE47C89-E7D3-4A9B-B282-A71BDEF08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08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Encabezado de sección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47">
            <a:extLst xmlns:a="http://schemas.openxmlformats.org/drawingml/2006/main">
              <a:ext uri="{FF2B5EF4-FFF2-40B4-BE49-F238E27FC236}">
                <a16:creationId xmlns:a16="http://schemas.microsoft.com/office/drawing/2014/main" id="{32B4DA58-FB67-4FC9-9E81-2EAA92C1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4"/>
            <a:ext cx="11290860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Google Shape;30;p47">
            <a:extLst xmlns:a="http://schemas.openxmlformats.org/drawingml/2006/main">
              <a:ext uri="{FF2B5EF4-FFF2-40B4-BE49-F238E27FC236}">
                <a16:creationId xmlns:a16="http://schemas.microsoft.com/office/drawing/2014/main" id="{B22BF71B-9250-4224-93BA-5A34E05DCC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3043910"/>
            <a:ext cx="11029615" cy="1497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47">
            <a:extLst xmlns:a="http://schemas.openxmlformats.org/drawingml/2006/main">
              <a:ext uri="{FF2B5EF4-FFF2-40B4-BE49-F238E27FC236}">
                <a16:creationId xmlns:a16="http://schemas.microsoft.com/office/drawing/2014/main" id="{07F80F4F-1C1F-44D4-82D9-6B77F2FB33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4541417"/>
            <a:ext cx="11029615" cy="600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47">
            <a:extLst xmlns:a="http://schemas.openxmlformats.org/drawingml/2006/main">
              <a:ext uri="{FF2B5EF4-FFF2-40B4-BE49-F238E27FC236}">
                <a16:creationId xmlns:a16="http://schemas.microsoft.com/office/drawing/2014/main" id="{D3F8CD76-DE16-4EE2-8BE2-BCE3F96FA6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47">
            <a:extLst xmlns:a="http://schemas.openxmlformats.org/drawingml/2006/main">
              <a:ext uri="{FF2B5EF4-FFF2-40B4-BE49-F238E27FC236}">
                <a16:creationId xmlns:a16="http://schemas.microsoft.com/office/drawing/2014/main" id="{686CE5B4-7B3A-4052-9DAE-3E833BCF4E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4" name="Google Shape;34;p47">
            <a:extLst xmlns:a="http://schemas.openxmlformats.org/drawingml/2006/main">
              <a:ext uri="{FF2B5EF4-FFF2-40B4-BE49-F238E27FC236}">
                <a16:creationId xmlns:a16="http://schemas.microsoft.com/office/drawing/2014/main" id="{8A8FC2D7-BA4E-43CA-9C3F-DC74171DC1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Dos objetos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48">
            <a:extLst xmlns:a="http://schemas.openxmlformats.org/drawingml/2006/main">
              <a:ext uri="{FF2B5EF4-FFF2-40B4-BE49-F238E27FC236}">
                <a16:creationId xmlns:a16="http://schemas.microsoft.com/office/drawing/2014/main" id="{3C66A3BE-62E9-456B-A0BA-C94F790C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48">
            <a:extLst xmlns:a="http://schemas.openxmlformats.org/drawingml/2006/main">
              <a:ext uri="{FF2B5EF4-FFF2-40B4-BE49-F238E27FC236}">
                <a16:creationId xmlns:a16="http://schemas.microsoft.com/office/drawing/2014/main" id="{0781CCCC-2132-463F-81AC-50FA6D2A5D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48">
            <a:extLst xmlns:a="http://schemas.openxmlformats.org/drawingml/2006/main">
              <a:ext uri="{FF2B5EF4-FFF2-40B4-BE49-F238E27FC236}">
                <a16:creationId xmlns:a16="http://schemas.microsoft.com/office/drawing/2014/main" id="{4476016C-34C6-4B48-9B52-FBAF947411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3" y="2228003"/>
            <a:ext cx="5422390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48">
            <a:extLst xmlns:a="http://schemas.openxmlformats.org/drawingml/2006/main">
              <a:ext uri="{FF2B5EF4-FFF2-40B4-BE49-F238E27FC236}">
                <a16:creationId xmlns:a16="http://schemas.microsoft.com/office/drawing/2014/main" id="{E22B2B43-63F6-47AB-9123-231389061C3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88417" y="2228003"/>
            <a:ext cx="5422392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48">
            <a:extLst xmlns:a="http://schemas.openxmlformats.org/drawingml/2006/main">
              <a:ext uri="{FF2B5EF4-FFF2-40B4-BE49-F238E27FC236}">
                <a16:creationId xmlns:a16="http://schemas.microsoft.com/office/drawing/2014/main" id="{F509AA2C-E7CE-474E-9A45-A4EE08E8CD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1" name="Google Shape;41;p48">
            <a:extLst xmlns:a="http://schemas.openxmlformats.org/drawingml/2006/main">
              <a:ext uri="{FF2B5EF4-FFF2-40B4-BE49-F238E27FC236}">
                <a16:creationId xmlns:a16="http://schemas.microsoft.com/office/drawing/2014/main" id="{43FA15CF-4D45-44F0-B4F2-4C3DFCFEF9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2" name="Google Shape;42;p48">
            <a:extLst xmlns:a="http://schemas.openxmlformats.org/drawingml/2006/main">
              <a:ext uri="{FF2B5EF4-FFF2-40B4-BE49-F238E27FC236}">
                <a16:creationId xmlns:a16="http://schemas.microsoft.com/office/drawing/2014/main" id="{17D912EF-A670-427A-B6DF-CF00EF4D88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ació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49">
            <a:extLst xmlns:a="http://schemas.openxmlformats.org/drawingml/2006/main">
              <a:ext uri="{FF2B5EF4-FFF2-40B4-BE49-F238E27FC236}">
                <a16:creationId xmlns:a16="http://schemas.microsoft.com/office/drawing/2014/main" id="{BE602413-61A3-48C2-AE01-368115C0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Google Shape;45;p49">
            <a:extLst xmlns:a="http://schemas.openxmlformats.org/drawingml/2006/main">
              <a:ext uri="{FF2B5EF4-FFF2-40B4-BE49-F238E27FC236}">
                <a16:creationId xmlns:a16="http://schemas.microsoft.com/office/drawing/2014/main" id="{6C97FB60-24EC-476C-B36D-71265D2C76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49">
            <a:extLst xmlns:a="http://schemas.openxmlformats.org/drawingml/2006/main">
              <a:ext uri="{FF2B5EF4-FFF2-40B4-BE49-F238E27FC236}">
                <a16:creationId xmlns:a16="http://schemas.microsoft.com/office/drawing/2014/main" id="{513DD6FD-C89E-47C1-B87A-4DA441CFF6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87219" y="2250892"/>
            <a:ext cx="5087075" cy="536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49">
            <a:extLst xmlns:a="http://schemas.openxmlformats.org/drawingml/2006/main">
              <a:ext uri="{FF2B5EF4-FFF2-40B4-BE49-F238E27FC236}">
                <a16:creationId xmlns:a16="http://schemas.microsoft.com/office/drawing/2014/main" id="{C8101EF5-E89C-405E-97E6-0E032C04CF7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81194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49">
            <a:extLst xmlns:a="http://schemas.openxmlformats.org/drawingml/2006/main">
              <a:ext uri="{FF2B5EF4-FFF2-40B4-BE49-F238E27FC236}">
                <a16:creationId xmlns:a16="http://schemas.microsoft.com/office/drawing/2014/main" id="{02785797-C0A9-46BC-B87E-5B9B9348C78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523735" y="2250892"/>
            <a:ext cx="5087073" cy="5533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49">
            <a:extLst xmlns:a="http://schemas.openxmlformats.org/drawingml/2006/main">
              <a:ext uri="{FF2B5EF4-FFF2-40B4-BE49-F238E27FC236}">
                <a16:creationId xmlns:a16="http://schemas.microsoft.com/office/drawing/2014/main" id="{08B12C1C-2C92-4952-AA73-32C841731D9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217709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0" name="Google Shape;50;p49">
            <a:extLst xmlns:a="http://schemas.openxmlformats.org/drawingml/2006/main">
              <a:ext uri="{FF2B5EF4-FFF2-40B4-BE49-F238E27FC236}">
                <a16:creationId xmlns:a16="http://schemas.microsoft.com/office/drawing/2014/main" id="{450D2FD4-B71B-4FD4-A65A-910941D216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1" name="Google Shape;51;p49">
            <a:extLst xmlns:a="http://schemas.openxmlformats.org/drawingml/2006/main">
              <a:ext uri="{FF2B5EF4-FFF2-40B4-BE49-F238E27FC236}">
                <a16:creationId xmlns:a16="http://schemas.microsoft.com/office/drawing/2014/main" id="{55AED6C4-AD3B-43E5-9423-80B5AC924F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2" name="Google Shape;52;p49">
            <a:extLst xmlns:a="http://schemas.openxmlformats.org/drawingml/2006/main">
              <a:ext uri="{FF2B5EF4-FFF2-40B4-BE49-F238E27FC236}">
                <a16:creationId xmlns:a16="http://schemas.microsoft.com/office/drawing/2014/main" id="{AA269E97-7CF4-41C2-9E87-62D03CD245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Solo el título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50">
            <a:extLst xmlns:a="http://schemas.openxmlformats.org/drawingml/2006/main">
              <a:ext uri="{FF2B5EF4-FFF2-40B4-BE49-F238E27FC236}">
                <a16:creationId xmlns:a16="http://schemas.microsoft.com/office/drawing/2014/main" id="{8172CC9E-B198-4926-8B8B-1A80014779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50">
            <a:extLst xmlns:a="http://schemas.openxmlformats.org/drawingml/2006/main">
              <a:ext uri="{FF2B5EF4-FFF2-40B4-BE49-F238E27FC236}">
                <a16:creationId xmlns:a16="http://schemas.microsoft.com/office/drawing/2014/main" id="{97550EAE-314B-4770-B60F-A8918B0494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6" name="Google Shape;56;p50">
            <a:extLst xmlns:a="http://schemas.openxmlformats.org/drawingml/2006/main">
              <a:ext uri="{FF2B5EF4-FFF2-40B4-BE49-F238E27FC236}">
                <a16:creationId xmlns:a16="http://schemas.microsoft.com/office/drawing/2014/main" id="{060D81A6-94DF-433A-A918-A64DEEAC82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57" name="Google Shape;57;p50">
            <a:extLst xmlns:a="http://schemas.openxmlformats.org/drawingml/2006/main">
              <a:ext uri="{FF2B5EF4-FFF2-40B4-BE49-F238E27FC236}">
                <a16:creationId xmlns:a16="http://schemas.microsoft.com/office/drawing/2014/main" id="{89C0BACB-B321-4351-8624-1B510BAA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83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0">
            <a:extLst xmlns:a="http://schemas.openxmlformats.org/drawingml/2006/main">
              <a:ext uri="{FF2B5EF4-FFF2-40B4-BE49-F238E27FC236}">
                <a16:creationId xmlns:a16="http://schemas.microsoft.com/office/drawing/2014/main" id="{9A42BD53-FDC4-4FD6-898C-98F2A2EEDE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5894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En blanco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51">
            <a:extLst xmlns:a="http://schemas.openxmlformats.org/drawingml/2006/main">
              <a:ext uri="{FF2B5EF4-FFF2-40B4-BE49-F238E27FC236}">
                <a16:creationId xmlns:a16="http://schemas.microsoft.com/office/drawing/2014/main" id="{3C2046CB-4954-4B71-A047-3E47BD6AC9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51">
            <a:extLst xmlns:a="http://schemas.openxmlformats.org/drawingml/2006/main">
              <a:ext uri="{FF2B5EF4-FFF2-40B4-BE49-F238E27FC236}">
                <a16:creationId xmlns:a16="http://schemas.microsoft.com/office/drawing/2014/main" id="{E4B68E68-E398-448B-97AE-633FF16C38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51">
            <a:extLst xmlns:a="http://schemas.openxmlformats.org/drawingml/2006/main">
              <a:ext uri="{FF2B5EF4-FFF2-40B4-BE49-F238E27FC236}">
                <a16:creationId xmlns:a16="http://schemas.microsoft.com/office/drawing/2014/main" id="{6CE1E06A-AE8F-46CD-B114-FB2CB4525F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ido con título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52">
            <a:extLst xmlns:a="http://schemas.openxmlformats.org/drawingml/2006/main">
              <a:ext uri="{FF2B5EF4-FFF2-40B4-BE49-F238E27FC236}">
                <a16:creationId xmlns:a16="http://schemas.microsoft.com/office/drawing/2014/main" id="{D24C7BC4-0346-40D2-8DFB-84BF46EF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3"/>
            <a:ext cx="11298200" cy="127470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52">
            <a:extLst xmlns:a="http://schemas.openxmlformats.org/drawingml/2006/main">
              <a:ext uri="{FF2B5EF4-FFF2-40B4-BE49-F238E27FC236}">
                <a16:creationId xmlns:a16="http://schemas.microsoft.com/office/drawing/2014/main" id="{82E4665D-A2FB-4DA6-997F-577342377E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5262296"/>
            <a:ext cx="4909445" cy="689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6" name="Google Shape;66;p52">
            <a:extLst xmlns:a="http://schemas.openxmlformats.org/drawingml/2006/main">
              <a:ext uri="{FF2B5EF4-FFF2-40B4-BE49-F238E27FC236}">
                <a16:creationId xmlns:a16="http://schemas.microsoft.com/office/drawing/2014/main" id="{F204AD70-49CF-4477-BC67-C9825F4DE1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47816" y="601200"/>
            <a:ext cx="11292840" cy="42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7" name="Google Shape;67;p52">
            <a:extLst xmlns:a="http://schemas.openxmlformats.org/drawingml/2006/main">
              <a:ext uri="{FF2B5EF4-FFF2-40B4-BE49-F238E27FC236}">
                <a16:creationId xmlns:a16="http://schemas.microsoft.com/office/drawing/2014/main" id="{D2636B3E-86F7-4AD0-ABEA-12042004D4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740823" y="5262296"/>
            <a:ext cx="5869987" cy="68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52">
            <a:extLst xmlns:a="http://schemas.openxmlformats.org/drawingml/2006/main">
              <a:ext uri="{FF2B5EF4-FFF2-40B4-BE49-F238E27FC236}">
                <a16:creationId xmlns:a16="http://schemas.microsoft.com/office/drawing/2014/main" id="{3BC715AB-1754-45EB-BA22-69EACD8C38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9" name="Google Shape;69;p52">
            <a:extLst xmlns:a="http://schemas.openxmlformats.org/drawingml/2006/main">
              <a:ext uri="{FF2B5EF4-FFF2-40B4-BE49-F238E27FC236}">
                <a16:creationId xmlns:a16="http://schemas.microsoft.com/office/drawing/2014/main" id="{28E7CCC2-FC23-4C6E-886D-CB04E29665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52">
            <a:extLst xmlns:a="http://schemas.openxmlformats.org/drawingml/2006/main">
              <a:ext uri="{FF2B5EF4-FFF2-40B4-BE49-F238E27FC236}">
                <a16:creationId xmlns:a16="http://schemas.microsoft.com/office/drawing/2014/main" id="{3213E445-1B3A-4E21-A805-A39AD13031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Imagen con título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53">
            <a:extLst xmlns:a="http://schemas.openxmlformats.org/drawingml/2006/main">
              <a:ext uri="{FF2B5EF4-FFF2-40B4-BE49-F238E27FC236}">
                <a16:creationId xmlns:a16="http://schemas.microsoft.com/office/drawing/2014/main" id="{96CF54BD-7FB4-407D-B7D7-7AF6CD9EF9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4693389"/>
            <a:ext cx="11029616" cy="566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3" name="Google Shape;73;p53">
            <a:extLst xmlns:a="http://schemas.openxmlformats.org/drawingml/2006/main">
              <a:ext uri="{FF2B5EF4-FFF2-40B4-BE49-F238E27FC236}">
                <a16:creationId xmlns:a16="http://schemas.microsoft.com/office/drawing/2014/main" id="{44134A12-AA88-411C-8B24-52A74A15A718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447817" y="599725"/>
            <a:ext cx="11290859" cy="35572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4" name="Google Shape;74;p53">
            <a:extLst xmlns:a="http://schemas.openxmlformats.org/drawingml/2006/main">
              <a:ext uri="{FF2B5EF4-FFF2-40B4-BE49-F238E27FC236}">
                <a16:creationId xmlns:a16="http://schemas.microsoft.com/office/drawing/2014/main" id="{7E3C0B79-2F82-4B7C-96D8-DAC440A883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5260127"/>
            <a:ext cx="11029617" cy="5986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53">
            <a:extLst xmlns:a="http://schemas.openxmlformats.org/drawingml/2006/main">
              <a:ext uri="{FF2B5EF4-FFF2-40B4-BE49-F238E27FC236}">
                <a16:creationId xmlns:a16="http://schemas.microsoft.com/office/drawing/2014/main" id="{DB5AD9A1-9734-4F04-8215-7D3B78C7237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53">
            <a:extLst xmlns:a="http://schemas.openxmlformats.org/drawingml/2006/main">
              <a:ext uri="{FF2B5EF4-FFF2-40B4-BE49-F238E27FC236}">
                <a16:creationId xmlns:a16="http://schemas.microsoft.com/office/drawing/2014/main" id="{4EBDD106-AB72-41C2-A3D8-CAE49B48C7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53">
            <a:extLst xmlns:a="http://schemas.openxmlformats.org/drawingml/2006/main">
              <a:ext uri="{FF2B5EF4-FFF2-40B4-BE49-F238E27FC236}">
                <a16:creationId xmlns:a16="http://schemas.microsoft.com/office/drawing/2014/main" id="{81A4CFDA-DD66-41DE-B391-D1A8EE0012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ítulo y texto vertical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54">
            <a:extLst xmlns:a="http://schemas.openxmlformats.org/drawingml/2006/main">
              <a:ext uri="{FF2B5EF4-FFF2-40B4-BE49-F238E27FC236}">
                <a16:creationId xmlns:a16="http://schemas.microsoft.com/office/drawing/2014/main" id="{AA63069F-C5D4-4C25-9965-1A20FC6E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Google Shape;80;p54">
            <a:extLst xmlns:a="http://schemas.openxmlformats.org/drawingml/2006/main">
              <a:ext uri="{FF2B5EF4-FFF2-40B4-BE49-F238E27FC236}">
                <a16:creationId xmlns:a16="http://schemas.microsoft.com/office/drawing/2014/main" id="{72231266-A23E-4DA3-93B6-EB46E37CC5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1" name="Google Shape;81;p54">
            <a:extLst xmlns:a="http://schemas.openxmlformats.org/drawingml/2006/main">
              <a:ext uri="{FF2B5EF4-FFF2-40B4-BE49-F238E27FC236}">
                <a16:creationId xmlns:a16="http://schemas.microsoft.com/office/drawing/2014/main" id="{842A2773-9B29-4DC1-BC13-69039C4415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4334603" y="-1417408"/>
            <a:ext cx="3522794" cy="11029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2" name="Google Shape;82;p54">
            <a:extLst xmlns:a="http://schemas.openxmlformats.org/drawingml/2006/main">
              <a:ext uri="{FF2B5EF4-FFF2-40B4-BE49-F238E27FC236}">
                <a16:creationId xmlns:a16="http://schemas.microsoft.com/office/drawing/2014/main" id="{74B63003-E7D3-467C-AEDE-426755FD6C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3" name="Google Shape;83;p54">
            <a:extLst xmlns:a="http://schemas.openxmlformats.org/drawingml/2006/main">
              <a:ext uri="{FF2B5EF4-FFF2-40B4-BE49-F238E27FC236}">
                <a16:creationId xmlns:a16="http://schemas.microsoft.com/office/drawing/2014/main" id="{ABF49F0C-D62E-40B0-B375-B1534A580C5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54">
            <a:extLst xmlns:a="http://schemas.openxmlformats.org/drawingml/2006/main">
              <a:ext uri="{FF2B5EF4-FFF2-40B4-BE49-F238E27FC236}">
                <a16:creationId xmlns:a16="http://schemas.microsoft.com/office/drawing/2014/main" id="{1033D35B-BFEE-402A-B2CE-C823664BD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ítulo vertical y texto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Google Shape;86;p55">
            <a:extLst xmlns:a="http://schemas.openxmlformats.org/drawingml/2006/main">
              <a:ext uri="{FF2B5EF4-FFF2-40B4-BE49-F238E27FC236}">
                <a16:creationId xmlns:a16="http://schemas.microsoft.com/office/drawing/2014/main" id="{02089EDA-2C8F-44B1-90C4-2F6510A7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1" y="599725"/>
            <a:ext cx="2906817" cy="58169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Google Shape;87;p55">
            <a:extLst xmlns:a="http://schemas.openxmlformats.org/drawingml/2006/main">
              <a:ext uri="{FF2B5EF4-FFF2-40B4-BE49-F238E27FC236}">
                <a16:creationId xmlns:a16="http://schemas.microsoft.com/office/drawing/2014/main" id="{FD613EDC-BA3D-4114-B70B-4A60E17E67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249746" y="2265181"/>
            <a:ext cx="5183073" cy="20041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8" name="Google Shape;88;p55">
            <a:extLst xmlns:a="http://schemas.openxmlformats.org/drawingml/2006/main">
              <a:ext uri="{FF2B5EF4-FFF2-40B4-BE49-F238E27FC236}">
                <a16:creationId xmlns:a16="http://schemas.microsoft.com/office/drawing/2014/main" id="{50D95197-961E-4147-A691-B3DAF9E2ED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2131526" y="-680877"/>
            <a:ext cx="5183073" cy="78962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9" name="Google Shape;89;p55">
            <a:extLst xmlns:a="http://schemas.openxmlformats.org/drawingml/2006/main">
              <a:ext uri="{FF2B5EF4-FFF2-40B4-BE49-F238E27FC236}">
                <a16:creationId xmlns:a16="http://schemas.microsoft.com/office/drawing/2014/main" id="{A2D22465-FFF5-42D0-BB55-0532A13005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993673" y="5956137"/>
            <a:ext cx="1328141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0" name="Google Shape;90;p55">
            <a:extLst xmlns:a="http://schemas.openxmlformats.org/drawingml/2006/main">
              <a:ext uri="{FF2B5EF4-FFF2-40B4-BE49-F238E27FC236}">
                <a16:creationId xmlns:a16="http://schemas.microsoft.com/office/drawing/2014/main" id="{FE7AB824-06D8-49B5-8257-AEEF72EA36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74923" y="5951811"/>
            <a:ext cx="789627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1" name="Google Shape;91;p55">
            <a:extLst xmlns:a="http://schemas.openxmlformats.org/drawingml/2006/main">
              <a:ext uri="{FF2B5EF4-FFF2-40B4-BE49-F238E27FC236}">
                <a16:creationId xmlns:a16="http://schemas.microsoft.com/office/drawing/2014/main" id="{05FB590A-B7E3-4A31-9B26-DF9817B928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446615" y="5956137"/>
            <a:ext cx="1164195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446662f3fa4c7f" /><Relationship Type="http://schemas.openxmlformats.org/officeDocument/2006/relationships/slideLayout" Target="/ppt/slideLayouts/slideLayout1.xml" Id="R770214ecc0b543b6" /><Relationship Type="http://schemas.openxmlformats.org/officeDocument/2006/relationships/slideLayout" Target="/ppt/slideLayouts/slideLayout2.xml" Id="Read3f7ce07324ef6" /><Relationship Type="http://schemas.openxmlformats.org/officeDocument/2006/relationships/slideLayout" Target="/ppt/slideLayouts/slideLayout3.xml" Id="R8581a8c8f7384954" /><Relationship Type="http://schemas.openxmlformats.org/officeDocument/2006/relationships/slideLayout" Target="/ppt/slideLayouts/slideLayout4.xml" Id="R24785f74dc3e4ebd" /><Relationship Type="http://schemas.openxmlformats.org/officeDocument/2006/relationships/slideLayout" Target="/ppt/slideLayouts/slideLayout5.xml" Id="R7bea3dba62f34e22" /><Relationship Type="http://schemas.openxmlformats.org/officeDocument/2006/relationships/slideLayout" Target="/ppt/slideLayouts/slideLayout6.xml" Id="R475104f68206489a" /><Relationship Type="http://schemas.openxmlformats.org/officeDocument/2006/relationships/slideLayout" Target="/ppt/slideLayouts/slideLayout7.xml" Id="R23069e5173ee4c70" /><Relationship Type="http://schemas.openxmlformats.org/officeDocument/2006/relationships/slideLayout" Target="/ppt/slideLayouts/slideLayout8.xml" Id="R9dcb9c2459264369" /><Relationship Type="http://schemas.openxmlformats.org/officeDocument/2006/relationships/slideLayout" Target="/ppt/slideLayouts/slideLayout9.xml" Id="R64ccee532dd64abb" /><Relationship Type="http://schemas.openxmlformats.org/officeDocument/2006/relationships/slideLayout" Target="/ppt/slideLayouts/slideLayout10.xml" Id="R150a9de9b390483c" /><Relationship Type="http://schemas.openxmlformats.org/officeDocument/2006/relationships/slideLayout" Target="/ppt/slideLayouts/slideLayout11.xml" Id="Rfc7a7557ee4842c4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44">
            <a:extLst xmlns:a="http://schemas.openxmlformats.org/drawingml/2006/main">
              <a:ext uri="{FF2B5EF4-FFF2-40B4-BE49-F238E27FC236}">
                <a16:creationId xmlns:a16="http://schemas.microsoft.com/office/drawing/2014/main" id="{6D6AB435-66BB-4062-9293-58F54DD0CB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5124"/>
            <a:ext cx="11029616" cy="1189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44">
            <a:extLst xmlns:a="http://schemas.openxmlformats.org/drawingml/2006/main">
              <a:ext uri="{FF2B5EF4-FFF2-40B4-BE49-F238E27FC236}">
                <a16:creationId xmlns:a16="http://schemas.microsoft.com/office/drawing/2014/main" id="{B18DAD6D-2614-49FF-B996-F62E1B04D9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336003"/>
            <a:ext cx="11029616" cy="3522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marR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1pPr>
            <a:lvl2pPr marL="914400" marR="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2pPr>
            <a:lvl3pPr marL="1371600" marR="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3pPr>
            <a:lvl4pPr marL="18288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4pPr>
            <a:lvl5pPr marL="22860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5pPr>
            <a:lvl6pPr marL="27432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6pPr>
            <a:lvl7pPr marL="32004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7pPr>
            <a:lvl8pPr marL="36576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8pPr>
            <a:lvl9pPr marL="4114800" marR="0" indent="-298703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44">
            <a:extLst xmlns:a="http://schemas.openxmlformats.org/drawingml/2006/main">
              <a:ext uri="{FF2B5EF4-FFF2-40B4-BE49-F238E27FC236}">
                <a16:creationId xmlns:a16="http://schemas.microsoft.com/office/drawing/2014/main" id="{84C16CC2-092E-4F2F-9A79-50364C22CB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9" name="Google Shape;9;p44">
            <a:extLst xmlns:a="http://schemas.openxmlformats.org/drawingml/2006/main">
              <a:ext uri="{FF2B5EF4-FFF2-40B4-BE49-F238E27FC236}">
                <a16:creationId xmlns:a16="http://schemas.microsoft.com/office/drawing/2014/main" id="{6004D7D3-B55A-49E8-AACE-FA1B8B44EE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0" name="Google Shape;10;p44">
            <a:extLst xmlns:a="http://schemas.openxmlformats.org/drawingml/2006/main">
              <a:ext uri="{FF2B5EF4-FFF2-40B4-BE49-F238E27FC236}">
                <a16:creationId xmlns:a16="http://schemas.microsoft.com/office/drawing/2014/main" id="{DDB2A56B-5D3E-48BD-9F1B-43D236F6E2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1" name="Google Shape;11;p44">
            <a:extLst xmlns:a="http://schemas.openxmlformats.org/drawingml/2006/main">
              <a:ext uri="{FF2B5EF4-FFF2-40B4-BE49-F238E27FC236}">
                <a16:creationId xmlns:a16="http://schemas.microsoft.com/office/drawing/2014/main" id="{8280B461-4E31-44C3-923B-97D7028A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457200"/>
            <a:ext cx="3703320" cy="949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Google Shape;12;p44">
            <a:extLst xmlns:a="http://schemas.openxmlformats.org/drawingml/2006/main">
              <a:ext uri="{FF2B5EF4-FFF2-40B4-BE49-F238E27FC236}">
                <a16:creationId xmlns:a16="http://schemas.microsoft.com/office/drawing/2014/main" id="{E6EA6A4D-9AAF-4692-A149-F1D65D15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147" y="453643"/>
            <a:ext cx="3703320" cy="9855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3;p44">
            <a:extLst xmlns:a="http://schemas.openxmlformats.org/drawingml/2006/main">
              <a:ext uri="{FF2B5EF4-FFF2-40B4-BE49-F238E27FC236}">
                <a16:creationId xmlns:a16="http://schemas.microsoft.com/office/drawing/2014/main" id="{916AED71-93CE-4469-9B2A-0DEDFBC2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830" y="457200"/>
            <a:ext cx="37033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0214ecc0b543b6"/>
    <p:sldLayoutId xmlns:r="http://schemas.openxmlformats.org/officeDocument/2006/relationships" id="2147483650" r:id="Read3f7ce07324ef6"/>
    <p:sldLayoutId xmlns:r="http://schemas.openxmlformats.org/officeDocument/2006/relationships" id="2147483651" r:id="R8581a8c8f7384954"/>
    <p:sldLayoutId xmlns:r="http://schemas.openxmlformats.org/officeDocument/2006/relationships" id="2147483652" r:id="R24785f74dc3e4ebd"/>
    <p:sldLayoutId xmlns:r="http://schemas.openxmlformats.org/officeDocument/2006/relationships" id="2147483653" r:id="R7bea3dba62f34e22"/>
    <p:sldLayoutId xmlns:r="http://schemas.openxmlformats.org/officeDocument/2006/relationships" id="2147483654" r:id="R475104f68206489a"/>
    <p:sldLayoutId xmlns:r="http://schemas.openxmlformats.org/officeDocument/2006/relationships" id="2147483655" r:id="R23069e5173ee4c70"/>
    <p:sldLayoutId xmlns:r="http://schemas.openxmlformats.org/officeDocument/2006/relationships" id="2147483656" r:id="R9dcb9c2459264369"/>
    <p:sldLayoutId xmlns:r="http://schemas.openxmlformats.org/officeDocument/2006/relationships" id="2147483657" r:id="R64ccee532dd64abb"/>
    <p:sldLayoutId xmlns:r="http://schemas.openxmlformats.org/officeDocument/2006/relationships" id="2147483658" r:id="R150a9de9b390483c"/>
    <p:sldLayoutId xmlns:r="http://schemas.openxmlformats.org/officeDocument/2006/relationships" id="2147483659" r:id="Rfc7a7557ee4842c4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0338bfb3de4ea5" /><Relationship Type="http://schemas.openxmlformats.org/officeDocument/2006/relationships/image" Target="/ppt/media/image.png" Id="R6b5386e32d7d40e8" /><Relationship Type="http://schemas.openxmlformats.org/officeDocument/2006/relationships/notesSlide" Target="/ppt/notesSlides/notesSlide1.xml" Id="Rd2febe6f06404e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febcb4a4ea43ee" /><Relationship Type="http://schemas.openxmlformats.org/officeDocument/2006/relationships/image" Target="/ppt/media/image2.png" Id="R849c38138fb54764" /><Relationship Type="http://schemas.openxmlformats.org/officeDocument/2006/relationships/notesSlide" Target="/ppt/notesSlides/notesSlide2.xml" Id="Rd74a2cd07c574a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fa49708a1a48eb" /><Relationship Type="http://schemas.openxmlformats.org/officeDocument/2006/relationships/notesSlide" Target="/ppt/notesSlides/notesSlide3.xml" Id="Rd7225d2a9ae64f9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6168175e6b4e76" /><Relationship Type="http://schemas.openxmlformats.org/officeDocument/2006/relationships/notesSlide" Target="/ppt/notesSlides/notesSlide4.xml" Id="Ref10a46508b647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b9da6b74894e38" /><Relationship Type="http://schemas.openxmlformats.org/officeDocument/2006/relationships/notesSlide" Target="/ppt/notesSlides/notesSlide5.xml" Id="R1275d0f28f1042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aa124e55494292" /><Relationship Type="http://schemas.openxmlformats.org/officeDocument/2006/relationships/notesSlide" Target="/ppt/notesSlides/notesSlide6.xml" Id="R90cfeceb9be74bb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3ab15bb57c4713" /><Relationship Type="http://schemas.openxmlformats.org/officeDocument/2006/relationships/notesSlide" Target="/ppt/notesSlides/notesSlide7.xml" Id="R70093f2f558b40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f52c2fea0842c4" /><Relationship Type="http://schemas.openxmlformats.org/officeDocument/2006/relationships/notesSlide" Target="/ppt/notesSlides/notesSlide8.xml" Id="Re6b2a5a6ec5044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2a18562fb740ee" /><Relationship Type="http://schemas.openxmlformats.org/officeDocument/2006/relationships/notesSlide" Target="/ppt/notesSlides/notesSlide9.xml" Id="R5b3144d3758d4b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427b85ad074002" /><Relationship Type="http://schemas.openxmlformats.org/officeDocument/2006/relationships/notesSlide" Target="/ppt/notesSlides/notesSlide10.xml" Id="R1a11940d00244b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de102ddf2b40e5" /><Relationship Type="http://schemas.openxmlformats.org/officeDocument/2006/relationships/notesSlide" Target="/ppt/notesSlides/notesSlide11.xml" Id="Rc4d71aa47f0d4d8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c9aeb685e3412e" /><Relationship Type="http://schemas.openxmlformats.org/officeDocument/2006/relationships/notesSlide" Target="/ppt/notesSlides/notesSlide12.xml" Id="Rc817fef5c4cb417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ca03289ccb4227" /><Relationship Type="http://schemas.openxmlformats.org/officeDocument/2006/relationships/notesSlide" Target="/ppt/notesSlides/notesSlide13.xml" Id="R680817c9f19d41b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d776e11df848ef" /><Relationship Type="http://schemas.openxmlformats.org/officeDocument/2006/relationships/notesSlide" Target="/ppt/notesSlides/notesSlide14.xml" Id="R4d96db7daa1d4e7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bf07e8d39e43e5" /><Relationship Type="http://schemas.openxmlformats.org/officeDocument/2006/relationships/notesSlide" Target="/ppt/notesSlides/notesSlide15.xml" Id="R78c4164600e9498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c99a62233a416f" /><Relationship Type="http://schemas.openxmlformats.org/officeDocument/2006/relationships/notesSlide" Target="/ppt/notesSlides/notesSlide16.xml" Id="R64473cadeb6a4ad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400f84aead46d2" /><Relationship Type="http://schemas.openxmlformats.org/officeDocument/2006/relationships/notesSlide" Target="/ppt/notesSlides/notesSlide17.xml" Id="Rd123f50311904e5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858a52ae744108" /><Relationship Type="http://schemas.openxmlformats.org/officeDocument/2006/relationships/notesSlide" Target="/ppt/notesSlides/notesSlide18.xml" Id="Rfa9d869f1f5f4f7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dd867ab64f487a" /><Relationship Type="http://schemas.openxmlformats.org/officeDocument/2006/relationships/notesSlide" Target="/ppt/notesSlides/notesSlide19.xml" Id="R9af45770ce1f4d4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b4debfca4c40a8" /><Relationship Type="http://schemas.openxmlformats.org/officeDocument/2006/relationships/notesSlide" Target="/ppt/notesSlides/notesSlide20.xml" Id="R7dbed0c7f3c94df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bb27ff99034ab9" /><Relationship Type="http://schemas.openxmlformats.org/officeDocument/2006/relationships/notesSlide" Target="/ppt/notesSlides/notesSlide21.xml" Id="Rd1ba73f8e8364d7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5b6984fd3d4949" /><Relationship Type="http://schemas.openxmlformats.org/officeDocument/2006/relationships/image" Target="/ppt/media/image.jpeg" Id="Re310aa15c0e549c9" /><Relationship Type="http://schemas.openxmlformats.org/officeDocument/2006/relationships/notesSlide" Target="/ppt/notesSlides/notesSlide22.xml" Id="R06708480591143c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d51d312f894da2" /><Relationship Type="http://schemas.openxmlformats.org/officeDocument/2006/relationships/image" Target="/ppt/media/image2.jpeg" Id="R4518125faefd4fe5" /><Relationship Type="http://schemas.openxmlformats.org/officeDocument/2006/relationships/notesSlide" Target="/ppt/notesSlides/notesSlide23.xml" Id="Rb4208c8abc58427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8b284ae9d940f2" /><Relationship Type="http://schemas.openxmlformats.org/officeDocument/2006/relationships/notesSlide" Target="/ppt/notesSlides/notesSlide24.xml" Id="R6026638bd0d345b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dcfee2a2e64b35" /><Relationship Type="http://schemas.openxmlformats.org/officeDocument/2006/relationships/notesSlide" Target="/ppt/notesSlides/notesSlide25.xml" Id="R96270d20f0e8462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8caf87f524426f" /><Relationship Type="http://schemas.openxmlformats.org/officeDocument/2006/relationships/notesSlide" Target="/ppt/notesSlides/notesSlide26.xml" Id="Rc152c406863f4e4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82787fe61248b7" /><Relationship Type="http://schemas.openxmlformats.org/officeDocument/2006/relationships/notesSlide" Target="/ppt/notesSlides/notesSlide27.xml" Id="Rec6b13e254bd431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670b3561f04d84" /><Relationship Type="http://schemas.openxmlformats.org/officeDocument/2006/relationships/notesSlide" Target="/ppt/notesSlides/notesSlide28.xml" Id="R0de76e353cfe4a2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8bd27c347c4b89" /><Relationship Type="http://schemas.openxmlformats.org/officeDocument/2006/relationships/notesSlide" Target="/ppt/notesSlides/notesSlide29.xml" Id="Re1be30145b564b8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77f315eaff47d1" /><Relationship Type="http://schemas.openxmlformats.org/officeDocument/2006/relationships/notesSlide" Target="/ppt/notesSlides/notesSlide30.xml" Id="R37818f8a32d2464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1">
            <a:extLst xmlns:a="http://schemas.openxmlformats.org/drawingml/2006/main">
              <a:ext uri="{FF2B5EF4-FFF2-40B4-BE49-F238E27FC236}">
                <a16:creationId xmlns:a16="http://schemas.microsoft.com/office/drawing/2014/main" id="{8DDC179B-8F65-472C-9C0D-762F3493F5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99226" y="3158569"/>
            <a:ext cx="10993549" cy="1578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MANUAL TÉCNICO</a:t>
            </a:r>
            <a:br>
              <a:rPr>
                <a:solidFill>
                  <a:schemeClr val="lt1"/>
                </a:solidFill>
              </a:rPr>
            </a:br>
            <a:r>
              <a:rPr>
                <a:solidFill>
                  <a:schemeClr val="lt1"/>
                </a:solidFill>
              </a:rPr>
              <a:t>RESTFUL JAVA SINBDD GR09</a:t>
            </a:r>
            <a:endParaRPr/>
          </a:p>
        </p:txBody>
      </p:sp>
      <p:sp>
        <p:nvSpPr>
          <p:cNvPr id="97" name="Google Shape;97;p1">
            <a:extLst xmlns:a="http://schemas.openxmlformats.org/drawingml/2006/main">
              <a:ext uri="{FF2B5EF4-FFF2-40B4-BE49-F238E27FC236}">
                <a16:creationId xmlns:a16="http://schemas.microsoft.com/office/drawing/2014/main" id="{C47CC2D6-95D5-4973-9761-EAEAA6F90F5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99226" y="4572000"/>
            <a:ext cx="4261531" cy="18127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INTEGRANTE:</a:t>
            </a: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JULIO ENRIQUE VICHE CASTILLO</a:t>
            </a: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GRUPO: GR09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">
            <a:extLst xmlns:a="http://schemas.openxmlformats.org/drawingml/2006/main">
              <a:ext uri="{FF2B5EF4-FFF2-40B4-BE49-F238E27FC236}">
                <a16:creationId xmlns:a16="http://schemas.microsoft.com/office/drawing/2014/main" id="{6624B75D-9151-4CA5-AA23-6095C87729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5386e32d7d40e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19597" y="716302"/>
            <a:ext cx="11647502" cy="2193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">
            <a:extLst xmlns:a="http://schemas.openxmlformats.org/drawingml/2006/main">
              <a:ext uri="{FF2B5EF4-FFF2-40B4-BE49-F238E27FC236}">
                <a16:creationId xmlns:a16="http://schemas.microsoft.com/office/drawing/2014/main" id="{DA230ED4-376B-410F-BE96-4F2B5370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999" y="5301801"/>
            <a:ext cx="4318000" cy="1235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FECHA: 27/10/2026</a:t>
            </a: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ASIGNATURA: ARQUITECTURA DE SOFTWARE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0" name="Google Shape;100;p1">
            <a:extLst xmlns:a="http://schemas.openxmlformats.org/drawingml/2006/main">
              <a:ext uri="{FF2B5EF4-FFF2-40B4-BE49-F238E27FC236}">
                <a16:creationId xmlns:a16="http://schemas.microsoft.com/office/drawing/2014/main" id="{F04AD8B3-5CE8-4F7D-9E82-7B494882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85932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Google Shape;105;p2">
            <a:extLst xmlns:a="http://schemas.openxmlformats.org/drawingml/2006/main">
              <a:ext uri="{FF2B5EF4-FFF2-40B4-BE49-F238E27FC236}">
                <a16:creationId xmlns:a16="http://schemas.microsoft.com/office/drawing/2014/main" id="{DA6E490F-BFB5-4148-A570-F25FF8EF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4406"/>
            <a:ext cx="12192000" cy="624359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6" name="Google Shape;106;p2">
            <a:extLst xmlns:a="http://schemas.openxmlformats.org/drawingml/2006/main">
              <a:ext uri="{FF2B5EF4-FFF2-40B4-BE49-F238E27FC236}">
                <a16:creationId xmlns:a16="http://schemas.microsoft.com/office/drawing/2014/main" id="{C5D27894-E747-4D9F-944B-2CA48FDE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377" y="614407"/>
            <a:ext cx="3707477" cy="56117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7" name="Google Shape;107;p2">
            <a:extLst xmlns:a="http://schemas.openxmlformats.org/drawingml/2006/main">
              <a:ext uri="{FF2B5EF4-FFF2-40B4-BE49-F238E27FC236}">
                <a16:creationId xmlns:a16="http://schemas.microsoft.com/office/drawing/2014/main" id="{51C6C9EA-0BBB-48A4-BF67-8DF7BD9B85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6348" y="701336"/>
            <a:ext cx="3389726" cy="5424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DESARROLLO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OBJETIVO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SERVIDOR RESTFUL EN JAVA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CONSOLA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ESCRITORIO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WEB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CREACIÓN DEL PROYECTO – CLIENTE MÓVIL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CONCLUSIONES</a:t>
            </a:r>
          </a:p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>
            <a:extLst xmlns:a="http://schemas.openxmlformats.org/drawingml/2006/main">
              <a:ext uri="{FF2B5EF4-FFF2-40B4-BE49-F238E27FC236}">
                <a16:creationId xmlns:a16="http://schemas.microsoft.com/office/drawing/2014/main" id="{2916A5CE-D1ED-417F-9F80-AF9BCE2E1C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9c38138fb5476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791522" y="1935576"/>
            <a:ext cx="6489819" cy="3007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9" name="Google Shape;109;p2">
            <a:extLst xmlns:a="http://schemas.openxmlformats.org/drawingml/2006/main">
              <a:ext uri="{FF2B5EF4-FFF2-40B4-BE49-F238E27FC236}">
                <a16:creationId xmlns:a16="http://schemas.microsoft.com/office/drawing/2014/main" id="{947AB79C-0C60-4BF8-8320-25191587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005996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Google Shape;114;p3">
            <a:extLst xmlns:a="http://schemas.openxmlformats.org/drawingml/2006/main">
              <a:ext uri="{FF2B5EF4-FFF2-40B4-BE49-F238E27FC236}">
                <a16:creationId xmlns:a16="http://schemas.microsoft.com/office/drawing/2014/main" id="{9D8D6EF5-9295-4E3C-9770-FE9499B994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15" name="Google Shape;115;p3">
            <a:extLst xmlns:a="http://schemas.openxmlformats.org/drawingml/2006/main">
              <a:ext uri="{FF2B5EF4-FFF2-40B4-BE49-F238E27FC236}">
                <a16:creationId xmlns:a16="http://schemas.microsoft.com/office/drawing/2014/main" id="{18C6C395-1578-475C-BA66-3676D0EAAA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441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1.1 OBJETIVO</a:t>
            </a: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Documentar la configuración, arquitectura, ejecución y validación del conversor de unidades. El sistema ofrece clientes de consola, escritorio, web y móvil conectados a un servicio Java de tipo </a:t>
            </a: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RESTful.</a:t>
            </a:r>
          </a:p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116" name="Google Shape;116;p3">
            <a:extLst xmlns:a="http://schemas.openxmlformats.org/drawingml/2006/main">
              <a:ext uri="{FF2B5EF4-FFF2-40B4-BE49-F238E27FC236}">
                <a16:creationId xmlns:a16="http://schemas.microsoft.com/office/drawing/2014/main" id="{023CAACB-A347-439A-8F95-45ECC58B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3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156517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g2d6d00c5bd2_0_0">
            <a:extLst xmlns:a="http://schemas.openxmlformats.org/drawingml/2006/main">
              <a:ext uri="{FF2B5EF4-FFF2-40B4-BE49-F238E27FC236}">
                <a16:creationId xmlns:a16="http://schemas.microsoft.com/office/drawing/2014/main" id="{D053BD53-BB0A-4349-B9F9-06F0CB4506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22" name="Google Shape;122;g2d6d00c5bd2_0_0">
            <a:extLst xmlns:a="http://schemas.openxmlformats.org/drawingml/2006/main">
              <a:ext uri="{FF2B5EF4-FFF2-40B4-BE49-F238E27FC236}">
                <a16:creationId xmlns:a16="http://schemas.microsoft.com/office/drawing/2014/main" id="{034C7BAF-D20F-437D-8210-CD08E7FE88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032000"/>
            <a:ext cx="8589300" cy="16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92500"/>
          </a:bodyPr>
          <a:lstStyle xmlns:a="http://schemas.openxmlformats.org/drawingml/2006/main"/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1.2 CREACIÓN DEL SERVIDOR RESTFUL</a:t>
            </a: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sz="1929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Java 17 con Jersey, Grizzly y Jackson. Puerto 8080 (alterno 8085).</a:t>
            </a: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Contexto: /WS_CONV_UNI_RESTFULL_JAVA-1.0-SNAPSHOT/</a:t>
            </a:r>
          </a:p>
          <a:p xmlns:a="http://schemas.openxmlformats.org/drawingml/2006/main">
            <a:pPr marL="342900" marR="0" lvl="0" indent="-359017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sz="1929" b="1">
                <a:latin typeface="Cambria"/>
                <a:ea typeface="Cambria"/>
                <a:cs typeface="Cambria"/>
              </a:rPr>
              <a:t>Rutas: health, auth/login y conversor/{longitud,masa,temperatura}.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23" name="Google Shape;123;g2d6d00c5bd2_0_0">
            <a:extLst xmlns:a="http://schemas.openxmlformats.org/drawingml/2006/main">
              <a:ext uri="{FF2B5EF4-FFF2-40B4-BE49-F238E27FC236}">
                <a16:creationId xmlns:a16="http://schemas.microsoft.com/office/drawing/2014/main" id="{C95BA884-DE89-4B91-8125-5CD797CF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Estructura inicial del servidor">
            <a:extLst xmlns:a="http://schemas.openxmlformats.org/drawingml/2006/main">
              <a:ext uri="{FF2B5EF4-FFF2-40B4-BE49-F238E27FC236}">
                <a16:creationId xmlns:a16="http://schemas.microsoft.com/office/drawing/2014/main" id="{17E77EA3-1BEA-4179-BF94-99862442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09191"/>
            <a:ext cx="3131854" cy="21793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Estructura inicial del servidor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Ajustes del endpoint y dependencias">
            <a:extLst xmlns:a="http://schemas.openxmlformats.org/drawingml/2006/main">
              <a:ext uri="{FF2B5EF4-FFF2-40B4-BE49-F238E27FC236}">
                <a16:creationId xmlns:a16="http://schemas.microsoft.com/office/drawing/2014/main" id="{50ACFE48-E015-4B57-A8E4-FBBB537B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00" y="3716772"/>
            <a:ext cx="3480507" cy="21642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Ajustes del endpoint y dependencias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royecto Maven y configuración del servidor">
            <a:extLst xmlns:a="http://schemas.openxmlformats.org/drawingml/2006/main">
              <a:ext uri="{FF2B5EF4-FFF2-40B4-BE49-F238E27FC236}">
                <a16:creationId xmlns:a16="http://schemas.microsoft.com/office/drawing/2014/main" id="{BF619C64-20BD-4F4D-BA92-6F9DFDBD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86" y="3724354"/>
            <a:ext cx="3249332" cy="21642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Proyecto Maven y configuración del servidor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448563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0A682DC8-7BFE-4A8A-A143-4509E99589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37CF0286-AEE3-454F-BE2E-23328156B1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7"/>
            <a:ext cx="8589441" cy="1248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1.2 CONTRATO RESTFUL</a:t>
            </a: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sz="1350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La API recibe solicitudes HTTP/JSON en el contexto configurado por ServidorRestMain.</a:t>
            </a: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Rutas: health, auth/login y conversor/longitud, conversor/masa, conversor/temperatura.</a:t>
            </a:r>
          </a:p>
          <a:p xmlns:a="http://schemas.openxmlformats.org/drawingml/2006/main">
            <a:pPr marL="342900" marR="0" lvl="0" indent="-331355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sz="1350" b="1">
                <a:latin typeface="Cambria"/>
                <a:ea typeface="Cambria"/>
                <a:cs typeface="Cambria"/>
              </a:rPr>
              <a:t>Responde con JSON; autentica al usuario antes de convertir.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38909D02-206A-4E75-ABAA-693F0F84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Configuración de recursos y formato de respuesta">
            <a:extLst xmlns:a="http://schemas.openxmlformats.org/drawingml/2006/main">
              <a:ext uri="{FF2B5EF4-FFF2-40B4-BE49-F238E27FC236}">
                <a16:creationId xmlns:a16="http://schemas.microsoft.com/office/drawing/2014/main" id="{C7E1E34B-54B3-4282-9A1E-9BDE3F59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4120" y="3429000"/>
            <a:ext cx="5843760" cy="29648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 recursos y formato de respuesta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Dependencias de servicios SOAP/REST">
            <a:extLst xmlns:a="http://schemas.openxmlformats.org/drawingml/2006/main">
              <a:ext uri="{FF2B5EF4-FFF2-40B4-BE49-F238E27FC236}">
                <a16:creationId xmlns:a16="http://schemas.microsoft.com/office/drawing/2014/main" id="{6227344A-0244-4E95-94DB-D55E648FE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42" y="3401152"/>
            <a:ext cx="210502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Dependencias Jersey y modelos JSON</a:t>
            </a:r>
          </a:p>
        </p:txBody>
      </p:sp>
    </p:spTree>
    <p:extLst>
      <p:ext uri="{BB962C8B-B14F-4D97-AF65-F5344CB8AC3E}">
        <p14:creationId xmlns:p14="http://schemas.microsoft.com/office/powerpoint/2010/main" val="13614184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Google Shape;148;g2d624313899_0_5">
            <a:extLst xmlns:a="http://schemas.openxmlformats.org/drawingml/2006/main">
              <a:ext uri="{FF2B5EF4-FFF2-40B4-BE49-F238E27FC236}">
                <a16:creationId xmlns:a16="http://schemas.microsoft.com/office/drawing/2014/main" id="{A4089CA5-F7A1-40A9-A4E2-0738B3C4A5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49" name="Google Shape;149;g2d624313899_0_5">
            <a:extLst xmlns:a="http://schemas.openxmlformats.org/drawingml/2006/main">
              <a:ext uri="{FF2B5EF4-FFF2-40B4-BE49-F238E27FC236}">
                <a16:creationId xmlns:a16="http://schemas.microsoft.com/office/drawing/2014/main" id="{75AB4817-8863-4D28-9923-DB2EF7C438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180500"/>
            <a:ext cx="4557900" cy="387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ARQUITECTURA DEL SERVIDOR</a:t>
            </a:r>
          </a:p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sz="1677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Jersey registra los recursos REST; Grizzly ofrece el servidor HTTP embebido y Jackson procesa JSON. Las clases de servicio centralizan la autenticación y las fórmulas de conversión.</a:t>
            </a:r>
          </a:p>
          <a:p xmlns:a="http://schemas.openxmlformats.org/drawingml/2006/main">
            <a:pPr marL="342900" marR="0" lvl="0" indent="-35090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sz="1677" b="1">
                <a:latin typeface="Cambria"/>
                <a:ea typeface="Cambria"/>
                <a:cs typeface="Cambria"/>
              </a:rPr>
              <a:t>Los catálogos se mantienen en memoria, sin acceso a base de datos.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50" name="Google Shape;150;g2d624313899_0_5">
            <a:extLst xmlns:a="http://schemas.openxmlformats.org/drawingml/2006/main">
              <a:ext uri="{FF2B5EF4-FFF2-40B4-BE49-F238E27FC236}">
                <a16:creationId xmlns:a16="http://schemas.microsoft.com/office/drawing/2014/main" id="{DA8D8D0B-530E-4F68-89A1-77D1F4D1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Paquetes y componentes del servidor">
            <a:extLst xmlns:a="http://schemas.openxmlformats.org/drawingml/2006/main">
              <a:ext uri="{FF2B5EF4-FFF2-40B4-BE49-F238E27FC236}">
                <a16:creationId xmlns:a16="http://schemas.microsoft.com/office/drawing/2014/main" id="{454DCE1A-E548-4B0A-A877-3DAA336D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9937" y="2870106"/>
            <a:ext cx="3268557" cy="20335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Paquetes y componentes del servidor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385553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Google Shape;164;g2d624313899_0_26">
            <a:extLst xmlns:a="http://schemas.openxmlformats.org/drawingml/2006/main">
              <a:ext uri="{FF2B5EF4-FFF2-40B4-BE49-F238E27FC236}">
                <a16:creationId xmlns:a16="http://schemas.microsoft.com/office/drawing/2014/main" id="{CE144EB6-7EA5-4720-93D8-E681DECC7D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65" name="Google Shape;165;g2d624313899_0_26">
            <a:extLst xmlns:a="http://schemas.openxmlformats.org/drawingml/2006/main">
              <a:ext uri="{FF2B5EF4-FFF2-40B4-BE49-F238E27FC236}">
                <a16:creationId xmlns:a16="http://schemas.microsoft.com/office/drawing/2014/main" id="{E468777C-5CB4-4F64-A0D6-27EBAA5176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660" y="2108200"/>
            <a:ext cx="3048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VERIFICACIÓN DE LA API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Base: /WS_CONV_UNI_RESTFULL_JAVA-1.0-SNAPSHOT/. Valida health y auth/login; prueba conversor/longitud, /masa y /temperatura.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latin typeface="Cambria"/>
                <a:ea typeface="Cambria"/>
                <a:cs typeface="Cambria"/>
              </a:rPr>
              <a:t>Puertos: 8080 y 8085.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166" name="Google Shape;166;g2d624313899_0_26">
            <a:extLst xmlns:a="http://schemas.openxmlformats.org/drawingml/2006/main">
              <a:ext uri="{FF2B5EF4-FFF2-40B4-BE49-F238E27FC236}">
                <a16:creationId xmlns:a16="http://schemas.microsoft.com/office/drawing/2014/main" id="{97CD9FB9-3892-47E5-8113-34413894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Código de publicación o registro de recursos">
            <a:extLst xmlns:a="http://schemas.openxmlformats.org/drawingml/2006/main">
              <a:ext uri="{FF2B5EF4-FFF2-40B4-BE49-F238E27FC236}">
                <a16:creationId xmlns:a16="http://schemas.microsoft.com/office/drawing/2014/main" id="{AEDAC15D-A3D3-404F-9C5F-945CC788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5414" y="2817286"/>
            <a:ext cx="4441055" cy="3615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Código de publicación o registro de recursos</a:t>
            </a:r>
          </a:p>
        </p:txBody>
      </p:sp>
    </p:spTree>
    <p:extLst>
      <p:ext uri="{BB962C8B-B14F-4D97-AF65-F5344CB8AC3E}">
        <p14:creationId xmlns:p14="http://schemas.microsoft.com/office/powerpoint/2010/main" val="57511156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g2d624313899_0_71">
            <a:extLst xmlns:a="http://schemas.openxmlformats.org/drawingml/2006/main">
              <a:ext uri="{FF2B5EF4-FFF2-40B4-BE49-F238E27FC236}">
                <a16:creationId xmlns:a16="http://schemas.microsoft.com/office/drawing/2014/main" id="{EEE034DA-33EA-4BDC-8C52-DFDC69A9B9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89" name="Google Shape;189;g2d624313899_0_71">
            <a:extLst xmlns:a="http://schemas.openxmlformats.org/drawingml/2006/main">
              <a:ext uri="{FF2B5EF4-FFF2-40B4-BE49-F238E27FC236}">
                <a16:creationId xmlns:a16="http://schemas.microsoft.com/office/drawing/2014/main" id="{A602FC60-F42A-4124-8101-73BF9513B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4530" y="1921510"/>
            <a:ext cx="60186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190" name="Google Shape;190;g2d624313899_0_71">
            <a:extLst xmlns:a="http://schemas.openxmlformats.org/drawingml/2006/main">
              <a:ext uri="{FF2B5EF4-FFF2-40B4-BE49-F238E27FC236}">
                <a16:creationId xmlns:a16="http://schemas.microsoft.com/office/drawing/2014/main" id="{029DD61F-4C3D-4620-B1A1-1D92F060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Respuesta del servicio">
            <a:extLst xmlns:a="http://schemas.openxmlformats.org/drawingml/2006/main">
              <a:ext uri="{FF2B5EF4-FFF2-40B4-BE49-F238E27FC236}">
                <a16:creationId xmlns:a16="http://schemas.microsoft.com/office/drawing/2014/main" id="{B2C4A3B8-9E3D-4E18-9BFA-696E1A7A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8100" y="4415104"/>
            <a:ext cx="2808980" cy="207069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Respuesta del servicio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Prueba de conversión de temperatura">
            <a:extLst xmlns:a="http://schemas.openxmlformats.org/drawingml/2006/main">
              <a:ext uri="{FF2B5EF4-FFF2-40B4-BE49-F238E27FC236}">
                <a16:creationId xmlns:a16="http://schemas.microsoft.com/office/drawing/2014/main" id="{465518C2-7DAD-4640-87B0-13850D7F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150" y="4415104"/>
            <a:ext cx="2761232" cy="217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conversión de temperatura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rueba de conversión de masa">
            <a:extLst xmlns:a="http://schemas.openxmlformats.org/drawingml/2006/main">
              <a:ext uri="{FF2B5EF4-FFF2-40B4-BE49-F238E27FC236}">
                <a16:creationId xmlns:a16="http://schemas.microsoft.com/office/drawing/2014/main" id="{C0532E73-4590-4CA0-9537-FB9AAEE1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34" y="4415104"/>
            <a:ext cx="2630216" cy="20089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conversión de masa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CAPTURA PENDIENTE - Prueba de conversión de longitud">
            <a:extLst xmlns:a="http://schemas.openxmlformats.org/drawingml/2006/main">
              <a:ext uri="{FF2B5EF4-FFF2-40B4-BE49-F238E27FC236}">
                <a16:creationId xmlns:a16="http://schemas.microsoft.com/office/drawing/2014/main" id="{2D1CD486-4A7B-4EB5-9791-8DAA5B32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319" y="1994161"/>
            <a:ext cx="2849245" cy="20758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conversión de longitud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CAPTURA PENDIENTE - Prueba de autenticación">
            <a:extLst xmlns:a="http://schemas.openxmlformats.org/drawingml/2006/main">
              <a:ext uri="{FF2B5EF4-FFF2-40B4-BE49-F238E27FC236}">
                <a16:creationId xmlns:a16="http://schemas.microsoft.com/office/drawing/2014/main" id="{CEB29770-1EED-4DD7-8C23-D733A485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63" y="2724790"/>
            <a:ext cx="3776665" cy="13451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Prueba de autenticación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2193210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g2d624313899_0_51">
            <a:extLst xmlns:a="http://schemas.openxmlformats.org/drawingml/2006/main">
              <a:ext uri="{FF2B5EF4-FFF2-40B4-BE49-F238E27FC236}">
                <a16:creationId xmlns:a16="http://schemas.microsoft.com/office/drawing/2014/main" id="{C7F1CFB2-6546-452B-BCAD-C38A46033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21" name="Google Shape;221;g2d624313899_0_51">
            <a:extLst xmlns:a="http://schemas.openxmlformats.org/drawingml/2006/main">
              <a:ext uri="{FF2B5EF4-FFF2-40B4-BE49-F238E27FC236}">
                <a16:creationId xmlns:a16="http://schemas.microsoft.com/office/drawing/2014/main" id="{373D79E7-ECB4-4E6E-BE6A-15044DA9AE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83000"/>
            <a:ext cx="8245500" cy="214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1.3 CREACIÓN DEL CLIENTE CONSOLA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Crea una aplicación Java con Maven en NetBeans. Configura el cliente HTTP para comunicarse con la API REST y separa modelo, vista y controlador.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El cliente solicita las credenciales antes de mostrar las opciones de conversión.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22" name="Google Shape;222;g2d624313899_0_51">
            <a:extLst xmlns:a="http://schemas.openxmlformats.org/drawingml/2006/main">
              <a:ext uri="{FF2B5EF4-FFF2-40B4-BE49-F238E27FC236}">
                <a16:creationId xmlns:a16="http://schemas.microsoft.com/office/drawing/2014/main" id="{F19867B6-E620-43BB-9D6D-73C276A3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Configuración del cliente de consola">
            <a:extLst xmlns:a="http://schemas.openxmlformats.org/drawingml/2006/main">
              <a:ext uri="{FF2B5EF4-FFF2-40B4-BE49-F238E27FC236}">
                <a16:creationId xmlns:a16="http://schemas.microsoft.com/office/drawing/2014/main" id="{470F980C-FB47-44A7-A8A8-971BCFC63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0234" y="3657435"/>
            <a:ext cx="4201160" cy="28454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del cliente de consola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Creación del proyecto Java Maven">
            <a:extLst xmlns:a="http://schemas.openxmlformats.org/drawingml/2006/main">
              <a:ext uri="{FF2B5EF4-FFF2-40B4-BE49-F238E27FC236}">
                <a16:creationId xmlns:a16="http://schemas.microsoft.com/office/drawing/2014/main" id="{85E12E47-F5C4-4ED2-9344-5707D218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06" y="3674580"/>
            <a:ext cx="4144010" cy="28282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Creación del proyecto Java Maven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7578328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8" name="Google Shape;238;g2d624313899_0_95">
            <a:extLst xmlns:a="http://schemas.openxmlformats.org/drawingml/2006/main">
              <a:ext uri="{FF2B5EF4-FFF2-40B4-BE49-F238E27FC236}">
                <a16:creationId xmlns:a16="http://schemas.microsoft.com/office/drawing/2014/main" id="{236C370B-C6E6-411D-AC30-808021578C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39" name="Google Shape;239;g2d624313899_0_95">
            <a:extLst xmlns:a="http://schemas.openxmlformats.org/drawingml/2006/main">
              <a:ext uri="{FF2B5EF4-FFF2-40B4-BE49-F238E27FC236}">
                <a16:creationId xmlns:a16="http://schemas.microsoft.com/office/drawing/2014/main" id="{291B701D-0406-4EF8-B5A3-E98D5B8667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824" y="914626"/>
            <a:ext cx="4178100" cy="370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Modelo del Proyecto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ConversionRequest representa la magnitud, el valor y las unidades que se enviarán en el cuerpo JSON.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40" name="Google Shape;240;g2d624313899_0_95">
            <a:extLst xmlns:a="http://schemas.openxmlformats.org/drawingml/2006/main">
              <a:ext uri="{FF2B5EF4-FFF2-40B4-BE49-F238E27FC236}">
                <a16:creationId xmlns:a16="http://schemas.microsoft.com/office/drawing/2014/main" id="{7ED6C9C5-6E67-4523-9E13-1EE9C8A2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Google Shape;241;g2d624313899_0_95">
            <a:extLst xmlns:a="http://schemas.openxmlformats.org/drawingml/2006/main">
              <a:ext uri="{FF2B5EF4-FFF2-40B4-BE49-F238E27FC236}">
                <a16:creationId xmlns:a16="http://schemas.microsoft.com/office/drawing/2014/main" id="{F05562B8-C58C-4C1A-9DA7-E801E1644A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759292" y="770066"/>
            <a:ext cx="4178100" cy="370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Controlador del Proyecto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El controlador usa RestClient para invocar la API HTTP, interpretar la respuesta JSON y presentar el resultado.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trolador y cliente de servicio">
            <a:extLst xmlns:a="http://schemas.openxmlformats.org/drawingml/2006/main">
              <a:ext uri="{FF2B5EF4-FFF2-40B4-BE49-F238E27FC236}">
                <a16:creationId xmlns:a16="http://schemas.microsoft.com/office/drawing/2014/main" id="{EC1BEABE-3CC2-47C6-878A-D718228F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618" y="4064763"/>
            <a:ext cx="5172027" cy="17774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Controlador y cliente de servicio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Modelo de solicitud de conversión">
            <a:extLst xmlns:a="http://schemas.openxmlformats.org/drawingml/2006/main">
              <a:ext uri="{FF2B5EF4-FFF2-40B4-BE49-F238E27FC236}">
                <a16:creationId xmlns:a16="http://schemas.microsoft.com/office/drawing/2014/main" id="{F56BC7F3-638C-483C-977F-A1DD0317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793" y="4064763"/>
            <a:ext cx="2955257" cy="1850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Modelo de solicitud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3114199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8" name="Google Shape;248;g2d624313899_0_111">
            <a:extLst xmlns:a="http://schemas.openxmlformats.org/drawingml/2006/main">
              <a:ext uri="{FF2B5EF4-FFF2-40B4-BE49-F238E27FC236}">
                <a16:creationId xmlns:a16="http://schemas.microsoft.com/office/drawing/2014/main" id="{AE6269E2-A93D-49B1-8378-8072C36566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49" name="Google Shape;249;g2d624313899_0_111">
            <a:extLst xmlns:a="http://schemas.openxmlformats.org/drawingml/2006/main">
              <a:ext uri="{FF2B5EF4-FFF2-40B4-BE49-F238E27FC236}">
                <a16:creationId xmlns:a16="http://schemas.microsoft.com/office/drawing/2014/main" id="{3A43F994-0D3F-482C-A561-C430C68C0E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78225" y="1986150"/>
            <a:ext cx="4178100" cy="370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 del Proyecto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sz="1670">
              <a:latin typeface="Cambria"/>
              <a:ea typeface="Cambria"/>
              <a:cs typeface="Cambria"/>
            </a:endParaRPr>
          </a:p>
        </p:txBody>
      </p:sp>
      <p:sp>
        <p:nvSpPr>
          <p:cNvPr id="250" name="Google Shape;250;g2d624313899_0_111">
            <a:extLst xmlns:a="http://schemas.openxmlformats.org/drawingml/2006/main">
              <a:ext uri="{FF2B5EF4-FFF2-40B4-BE49-F238E27FC236}">
                <a16:creationId xmlns:a16="http://schemas.microsoft.com/office/drawing/2014/main" id="{E99A56E3-9912-4896-8ECB-CD21F72C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Menú y vista del cliente de consola">
            <a:extLst xmlns:a="http://schemas.openxmlformats.org/drawingml/2006/main">
              <a:ext uri="{FF2B5EF4-FFF2-40B4-BE49-F238E27FC236}">
                <a16:creationId xmlns:a16="http://schemas.microsoft.com/office/drawing/2014/main" id="{7ED2DC89-90CA-4D4C-8DDE-39E28A81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215" y="2617179"/>
            <a:ext cx="4878474" cy="2609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Menú y vista del cliente de consola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953267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6" name="Google Shape;256;g2d624313899_0_138">
            <a:extLst xmlns:a="http://schemas.openxmlformats.org/drawingml/2006/main">
              <a:ext uri="{FF2B5EF4-FFF2-40B4-BE49-F238E27FC236}">
                <a16:creationId xmlns:a16="http://schemas.microsoft.com/office/drawing/2014/main" id="{AF881DF4-620F-4C65-A56E-4040BD7E60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57" name="Google Shape;257;g2d624313899_0_138">
            <a:extLst xmlns:a="http://schemas.openxmlformats.org/drawingml/2006/main">
              <a:ext uri="{FF2B5EF4-FFF2-40B4-BE49-F238E27FC236}">
                <a16:creationId xmlns:a16="http://schemas.microsoft.com/office/drawing/2014/main" id="{8A5C1E0D-042C-4153-BAA8-C1B7828D12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660" y="1930400"/>
            <a:ext cx="2413000" cy="69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58" name="Google Shape;258;g2d624313899_0_138">
            <a:extLst xmlns:a="http://schemas.openxmlformats.org/drawingml/2006/main">
              <a:ext uri="{FF2B5EF4-FFF2-40B4-BE49-F238E27FC236}">
                <a16:creationId xmlns:a16="http://schemas.microsoft.com/office/drawing/2014/main" id="{911D78D0-335C-45FF-9346-517CC009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CAPTURA PENDIENTE - Resultado de conversión">
            <a:extLst xmlns:a="http://schemas.openxmlformats.org/drawingml/2006/main">
              <a:ext uri="{FF2B5EF4-FFF2-40B4-BE49-F238E27FC236}">
                <a16:creationId xmlns:a16="http://schemas.microsoft.com/office/drawing/2014/main" id="{E21B58B1-4044-4DC0-8DA3-EB703ACE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877" y="3004463"/>
            <a:ext cx="2928406" cy="2643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Resultado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Selección de magnitud y unidades">
            <a:extLst xmlns:a="http://schemas.openxmlformats.org/drawingml/2006/main">
              <a:ext uri="{FF2B5EF4-FFF2-40B4-BE49-F238E27FC236}">
                <a16:creationId xmlns:a16="http://schemas.microsoft.com/office/drawing/2014/main" id="{E4CAECE9-3FFC-4C88-A4D5-375779427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647" y="3004463"/>
            <a:ext cx="2808301" cy="2643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Selección de magnitud y unidades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Autenticación correcta">
            <a:extLst xmlns:a="http://schemas.openxmlformats.org/drawingml/2006/main">
              <a:ext uri="{FF2B5EF4-FFF2-40B4-BE49-F238E27FC236}">
                <a16:creationId xmlns:a16="http://schemas.microsoft.com/office/drawing/2014/main" id="{3A66B1A8-66BC-4834-9397-19290233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7" y="3004463"/>
            <a:ext cx="2808061" cy="2643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Autenticación correcta</a:t>
            </a:r>
          </a:p>
        </p:txBody>
      </p:sp>
      <p:sp>
        <p:nvSpPr>
          <p:cNvPr id="5" name="CAPTURA PENDIENTE - Inicio del cliente">
            <a:extLst xmlns:a="http://schemas.openxmlformats.org/drawingml/2006/main">
              <a:ext uri="{FF2B5EF4-FFF2-40B4-BE49-F238E27FC236}">
                <a16:creationId xmlns:a16="http://schemas.microsoft.com/office/drawing/2014/main" id="{177E390A-90F6-42BA-A0CF-1B58A083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647" y="1933668"/>
            <a:ext cx="2868295" cy="803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Inicio del cliente</a:t>
            </a:r>
          </a:p>
        </p:txBody>
      </p:sp>
    </p:spTree>
    <p:extLst>
      <p:ext uri="{BB962C8B-B14F-4D97-AF65-F5344CB8AC3E}">
        <p14:creationId xmlns:p14="http://schemas.microsoft.com/office/powerpoint/2010/main" val="73651713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7" name="Google Shape;267;p27">
            <a:extLst xmlns:a="http://schemas.openxmlformats.org/drawingml/2006/main">
              <a:ext uri="{FF2B5EF4-FFF2-40B4-BE49-F238E27FC236}">
                <a16:creationId xmlns:a16="http://schemas.microsoft.com/office/drawing/2014/main" id="{96D8BAA0-FEF2-462C-8FB4-6230420855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268" name="Google Shape;268;p27">
            <a:extLst xmlns:a="http://schemas.openxmlformats.org/drawingml/2006/main">
              <a:ext uri="{FF2B5EF4-FFF2-40B4-BE49-F238E27FC236}">
                <a16:creationId xmlns:a16="http://schemas.microsoft.com/office/drawing/2014/main" id="{1108B72F-782D-464D-B4BB-C55E54A6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9" name="Google Shape;269;p27">
            <a:extLst xmlns:a="http://schemas.openxmlformats.org/drawingml/2006/main">
              <a:ext uri="{FF2B5EF4-FFF2-40B4-BE49-F238E27FC236}">
                <a16:creationId xmlns:a16="http://schemas.microsoft.com/office/drawing/2014/main" id="{C589BD98-A196-4735-A6BB-C55AB4E9B1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02979"/>
            <a:ext cx="8589300" cy="117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b="1">
                <a:latin typeface="Cambria"/>
                <a:ea typeface="Cambria"/>
                <a:cs typeface="Cambria"/>
              </a:rPr>
              <a:t>1.4 CREACIÓN DEL PROYECTO – CLIENTE ESCRITORIO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b="1"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b="1">
                <a:latin typeface="Cambria"/>
                <a:ea typeface="Cambria"/>
                <a:cs typeface="Cambria"/>
              </a:rPr>
              <a:t>Crea la aplicación Java de escritorio con Maven. La interfaz Swing consume la API REST y sigue el patrón Modelo-Vista-Controlador.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reación del proyecto de escritorio Java">
            <a:extLst xmlns:a="http://schemas.openxmlformats.org/drawingml/2006/main">
              <a:ext uri="{FF2B5EF4-FFF2-40B4-BE49-F238E27FC236}">
                <a16:creationId xmlns:a16="http://schemas.microsoft.com/office/drawing/2014/main" id="{663269E7-24D7-4AA2-A226-27FB469F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4819" y="3270983"/>
            <a:ext cx="4144010" cy="28282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Creación del proyecto de escritorio Java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731090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g31974b856cc_0_109">
            <a:extLst xmlns:a="http://schemas.openxmlformats.org/drawingml/2006/main">
              <a:ext uri="{FF2B5EF4-FFF2-40B4-BE49-F238E27FC236}">
                <a16:creationId xmlns:a16="http://schemas.microsoft.com/office/drawing/2014/main" id="{E65212E2-89A1-427F-8EFA-D07CA91F61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01" name="Google Shape;301;g31974b856cc_0_109">
            <a:extLst xmlns:a="http://schemas.openxmlformats.org/drawingml/2006/main">
              <a:ext uri="{FF2B5EF4-FFF2-40B4-BE49-F238E27FC236}">
                <a16:creationId xmlns:a16="http://schemas.microsoft.com/office/drawing/2014/main" id="{96FE3EAE-F66B-4C7C-B57D-8B98496D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2" name="Google Shape;302;g31974b856cc_0_109">
            <a:extLst xmlns:a="http://schemas.openxmlformats.org/drawingml/2006/main">
              <a:ext uri="{FF2B5EF4-FFF2-40B4-BE49-F238E27FC236}">
                <a16:creationId xmlns:a16="http://schemas.microsoft.com/office/drawing/2014/main" id="{1CD923CB-C5A1-4BBC-B454-670EFB0D7C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7158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>
                <a:latin typeface="Cambria"/>
                <a:ea typeface="Cambria"/>
                <a:cs typeface="Cambria"/>
              </a:rPr>
              <a:t>El cliente Swing organiza la interfaz, el estado de conversión y el consumo HTTP/JSON con el patrón MVC.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12" name="CuadroTexto 11">
            <a:extLst xmlns:a="http://schemas.openxmlformats.org/drawingml/2006/main"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109" y="3269217"/>
            <a:ext cx="1712150" cy="14773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Modelo: conserva los datos de sesión y de la conversión.</a:t>
            </a:r>
            <a:endParaRPr/>
          </a:p>
        </p:txBody>
      </p:sp>
      <p:sp>
        <p:nvSpPr>
          <p:cNvPr id="19" name="CuadroTexto 18">
            <a:extLst xmlns:a="http://schemas.openxmlformats.org/drawingml/2006/main"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4191" y="4553152"/>
            <a:ext cx="2633381" cy="9233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Controlador: valida entradas y coordina la solicitud HTTP/JSON.</a:t>
            </a:r>
            <a:endParaRPr/>
          </a:p>
        </p:txBody>
      </p:sp>
      <p:sp>
        <p:nvSpPr>
          <p:cNvPr id="2" name="CAPTURA PENDIENTE - Clases del cliente de escritorio">
            <a:extLst xmlns:a="http://schemas.openxmlformats.org/drawingml/2006/main">
              <a:ext uri="{FF2B5EF4-FFF2-40B4-BE49-F238E27FC236}">
                <a16:creationId xmlns:a16="http://schemas.microsoft.com/office/drawing/2014/main" id="{3E48AA06-D457-4923-9F04-A4D9C744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4259" y="4377212"/>
            <a:ext cx="3666875" cy="23553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Clases del cliente de escritorio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Código de controlador">
            <a:extLst xmlns:a="http://schemas.openxmlformats.org/drawingml/2006/main">
              <a:ext uri="{FF2B5EF4-FFF2-40B4-BE49-F238E27FC236}">
                <a16:creationId xmlns:a16="http://schemas.microsoft.com/office/drawing/2014/main" id="{43BF684B-EF2E-4949-AFE7-D0BD1F0D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023" y="3893361"/>
            <a:ext cx="2743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Código de controlador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Código de modelo">
            <a:extLst xmlns:a="http://schemas.openxmlformats.org/drawingml/2006/main">
              <a:ext uri="{FF2B5EF4-FFF2-40B4-BE49-F238E27FC236}">
                <a16:creationId xmlns:a16="http://schemas.microsoft.com/office/drawing/2014/main" id="{111AEBB2-3286-4EF1-88DC-095C99C5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1811" y="3836431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Código de modelo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CAPTURA PENDIENTE - Estructura de paquetes MVC">
            <a:extLst xmlns:a="http://schemas.openxmlformats.org/drawingml/2006/main">
              <a:ext uri="{FF2B5EF4-FFF2-40B4-BE49-F238E27FC236}">
                <a16:creationId xmlns:a16="http://schemas.microsoft.com/office/drawing/2014/main" id="{BFE6003C-75DA-45A6-B0A3-DFE0CFC4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8311" y="2609850"/>
            <a:ext cx="301942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Estructura de paquetes MVC</a:t>
            </a:r>
          </a:p>
        </p:txBody>
      </p:sp>
    </p:spTree>
    <p:extLst>
      <p:ext uri="{BB962C8B-B14F-4D97-AF65-F5344CB8AC3E}">
        <p14:creationId xmlns:p14="http://schemas.microsoft.com/office/powerpoint/2010/main" val="145969280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8" name="Google Shape;308;g31974b856cc_0_128">
            <a:extLst xmlns:a="http://schemas.openxmlformats.org/drawingml/2006/main">
              <a:ext uri="{FF2B5EF4-FFF2-40B4-BE49-F238E27FC236}">
                <a16:creationId xmlns:a16="http://schemas.microsoft.com/office/drawing/2014/main" id="{29403F34-FF56-4FCB-8330-2CB4427FC8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09" name="Google Shape;309;g31974b856cc_0_128">
            <a:extLst xmlns:a="http://schemas.openxmlformats.org/drawingml/2006/main">
              <a:ext uri="{FF2B5EF4-FFF2-40B4-BE49-F238E27FC236}">
                <a16:creationId xmlns:a16="http://schemas.microsoft.com/office/drawing/2014/main" id="{4B54DD55-680D-4FDC-9D7D-7D0883EF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0" name="Google Shape;310;g31974b856cc_0_128">
            <a:extLst xmlns:a="http://schemas.openxmlformats.org/drawingml/2006/main">
              <a:ext uri="{FF2B5EF4-FFF2-40B4-BE49-F238E27FC236}">
                <a16:creationId xmlns:a16="http://schemas.microsoft.com/office/drawing/2014/main" id="{AD2450F1-E68F-44AD-8248-39D3854A03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7158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sz="1800">
                <a:latin typeface="Calibri"/>
                <a:ea typeface="Calibri"/>
                <a:cs typeface="Calibri"/>
              </a:rPr>
              <a:t>La vista Swing contiene las ventanas de autenticación y conversión. Los controles permiten seleccionar magnitud y unidades, ingresar el valor y consultar el resultado.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Interfaz Swing de autenticación y conversión">
            <a:extLst xmlns:a="http://schemas.openxmlformats.org/drawingml/2006/main">
              <a:ext uri="{FF2B5EF4-FFF2-40B4-BE49-F238E27FC236}">
                <a16:creationId xmlns:a16="http://schemas.microsoft.com/office/drawing/2014/main" id="{FD6BCCEA-27B7-4124-B944-480E5C1E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248" y="2831802"/>
            <a:ext cx="8424537" cy="33240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Interfaz Swing de autenticación y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3413740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6" name="Google Shape;316;g31974b856cc_0_137">
            <a:extLst xmlns:a="http://schemas.openxmlformats.org/drawingml/2006/main">
              <a:ext uri="{FF2B5EF4-FFF2-40B4-BE49-F238E27FC236}">
                <a16:creationId xmlns:a16="http://schemas.microsoft.com/office/drawing/2014/main" id="{2D1F4CB8-8848-429F-B360-1E683D65F9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17" name="Google Shape;317;g31974b856cc_0_137">
            <a:extLst xmlns:a="http://schemas.openxmlformats.org/drawingml/2006/main">
              <a:ext uri="{FF2B5EF4-FFF2-40B4-BE49-F238E27FC236}">
                <a16:creationId xmlns:a16="http://schemas.microsoft.com/office/drawing/2014/main" id="{8955AD7C-7C21-46FD-B52C-3D89CCC0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8" name="Google Shape;318;g31974b856cc_0_137">
            <a:extLst xmlns:a="http://schemas.openxmlformats.org/drawingml/2006/main">
              <a:ext uri="{FF2B5EF4-FFF2-40B4-BE49-F238E27FC236}">
                <a16:creationId xmlns:a16="http://schemas.microsoft.com/office/drawing/2014/main" id="{D0313C9B-5B0D-4C75-A3B1-DE7A820F63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326975" y="2523925"/>
            <a:ext cx="28083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Inicio de sesión del cliente de escritorio. Ingresa MONSTER / MONSTER9 para acceder al conversor.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antalla de inicio de sesión del escritorio">
            <a:extLst xmlns:a="http://schemas.openxmlformats.org/drawingml/2006/main">
              <a:ext uri="{FF2B5EF4-FFF2-40B4-BE49-F238E27FC236}">
                <a16:creationId xmlns:a16="http://schemas.microsoft.com/office/drawing/2014/main" id="{091CA7AD-0B4C-4DD1-82AB-5CD1430B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92" y="2329030"/>
            <a:ext cx="5218973" cy="33366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de inicio de sesión del escritorio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5048786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4" name="Google Shape;334;g2d6d00c5bd2_2_19">
            <a:extLst xmlns:a="http://schemas.openxmlformats.org/drawingml/2006/main">
              <a:ext uri="{FF2B5EF4-FFF2-40B4-BE49-F238E27FC236}">
                <a16:creationId xmlns:a16="http://schemas.microsoft.com/office/drawing/2014/main" id="{60177B0A-7EE2-440D-B170-7F028F1EF5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35" name="Google Shape;335;g2d6d00c5bd2_2_19">
            <a:extLst xmlns:a="http://schemas.openxmlformats.org/drawingml/2006/main">
              <a:ext uri="{FF2B5EF4-FFF2-40B4-BE49-F238E27FC236}">
                <a16:creationId xmlns:a16="http://schemas.microsoft.com/office/drawing/2014/main" id="{3D437A15-5928-4A1F-9BC5-DB32223D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6" name="Google Shape;336;g2d6d00c5bd2_2_19">
            <a:extLst xmlns:a="http://schemas.openxmlformats.org/drawingml/2006/main">
              <a:ext uri="{FF2B5EF4-FFF2-40B4-BE49-F238E27FC236}">
                <a16:creationId xmlns:a16="http://schemas.microsoft.com/office/drawing/2014/main" id="{E3DBF001-A496-4FFE-AB82-3C2FCA43E3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791950" y="2411875"/>
            <a:ext cx="32289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Formulario de conversión. Selecciona la magnitud, las unidades de origen y destino, e ingresa el valor que se enviará a la API REST.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Formulario de conversión del escritorio">
            <a:extLst xmlns:a="http://schemas.openxmlformats.org/drawingml/2006/main">
              <a:ext uri="{FF2B5EF4-FFF2-40B4-BE49-F238E27FC236}">
                <a16:creationId xmlns:a16="http://schemas.microsoft.com/office/drawing/2014/main" id="{8127F732-C93D-4E2A-B778-8E58DD31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103" y="2513572"/>
            <a:ext cx="3898097" cy="31162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Formulario de conversión del escritorio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0978755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2" name="Google Shape;342;p32">
            <a:extLst xmlns:a="http://schemas.openxmlformats.org/drawingml/2006/main">
              <a:ext uri="{FF2B5EF4-FFF2-40B4-BE49-F238E27FC236}">
                <a16:creationId xmlns:a16="http://schemas.microsoft.com/office/drawing/2014/main" id="{35C84834-5D39-4F70-92DA-7527DF778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43" name="Google Shape;343;p32">
            <a:extLst xmlns:a="http://schemas.openxmlformats.org/drawingml/2006/main">
              <a:ext uri="{FF2B5EF4-FFF2-40B4-BE49-F238E27FC236}">
                <a16:creationId xmlns:a16="http://schemas.microsoft.com/office/drawing/2014/main" id="{DB617C7D-192A-4927-B1B7-CAD2F152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4" name="Google Shape;344;p32">
            <a:extLst xmlns:a="http://schemas.openxmlformats.org/drawingml/2006/main">
              <a:ext uri="{FF2B5EF4-FFF2-40B4-BE49-F238E27FC236}">
                <a16:creationId xmlns:a16="http://schemas.microsoft.com/office/drawing/2014/main" id="{4F976852-4E0F-45C5-9F50-41D8B82C8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0" y="1868348"/>
            <a:ext cx="8576700" cy="182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1.5 CREACIÓN DEL PROYECTO – CLIENTE WEB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</a:endParaRP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web usa Jetty 11 embebido en el puerto 8081. HTML y JavaScript presentan las pantallas; los Servlets gestionan la sesión y las solicitudes HTTP/JSON a la API REST.</a:t>
            </a:r>
            <a:endParaRPr sz="2000">
              <a:solidFill>
                <a:srgbClr val="3D3D3D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figuración de Jetty y Servlets">
            <a:extLst xmlns:a="http://schemas.openxmlformats.org/drawingml/2006/main">
              <a:ext uri="{FF2B5EF4-FFF2-40B4-BE49-F238E27FC236}">
                <a16:creationId xmlns:a16="http://schemas.microsoft.com/office/drawing/2014/main" id="{1ED333B1-B57A-47DA-B5B8-5256D401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999" y="3524211"/>
            <a:ext cx="4959666" cy="30379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 Jetty y Servlets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Estructura del cliente web">
            <a:extLst xmlns:a="http://schemas.openxmlformats.org/drawingml/2006/main">
              <a:ext uri="{FF2B5EF4-FFF2-40B4-BE49-F238E27FC236}">
                <a16:creationId xmlns:a16="http://schemas.microsoft.com/office/drawing/2014/main" id="{D4EC0DD7-0BA2-43B1-9C3E-B21DA267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356" y="3839056"/>
            <a:ext cx="2095500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Estructura del cliente web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18325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6" name="Google Shape;376;g319782968e5_0_88">
            <a:extLst xmlns:a="http://schemas.openxmlformats.org/drawingml/2006/main">
              <a:ext uri="{FF2B5EF4-FFF2-40B4-BE49-F238E27FC236}">
                <a16:creationId xmlns:a16="http://schemas.microsoft.com/office/drawing/2014/main" id="{90A3EA90-D240-4176-A479-8A572358A5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77" name="Google Shape;377;g319782968e5_0_88">
            <a:extLst xmlns:a="http://schemas.openxmlformats.org/drawingml/2006/main">
              <a:ext uri="{FF2B5EF4-FFF2-40B4-BE49-F238E27FC236}">
                <a16:creationId xmlns:a16="http://schemas.microsoft.com/office/drawing/2014/main" id="{975C8A50-7845-4C44-8E87-981FB0D5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8" name="Google Shape;378;g319782968e5_0_88">
            <a:extLst xmlns:a="http://schemas.openxmlformats.org/drawingml/2006/main">
              <a:ext uri="{FF2B5EF4-FFF2-40B4-BE49-F238E27FC236}">
                <a16:creationId xmlns:a16="http://schemas.microsoft.com/office/drawing/2014/main" id="{B5A4FB6A-A0B5-4FD7-BB05-92BD2542E4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444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sz="1800">
                <a:latin typeface="Calibri"/>
                <a:ea typeface="Calibri"/>
                <a:cs typeface="Calibri"/>
              </a:rPr>
              <a:t>La página conversor.html ofrece formularios para seleccionar magnitud y unidades, ingresar el valor y mostrar la respuesta. ConversionServlet comunica el cliente web con los recursos REST.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13" name="CuadroTexto 12">
            <a:extLst xmlns:a="http://schemas.openxmlformats.org/drawingml/2006/main"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417" y="4185628"/>
            <a:ext cx="2624418" cy="120032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800" b="0" i="0" u="none" strike="noStrike" cap="none" spc="0" baseline="0">
                <a:ln>
                  <a:noFill/>
                </a:ln>
                <a:solidFill>
                  <a:srgbClr val="3D3D3D"/>
                </a:solidFill>
                <a:latin typeface="Calibri"/>
                <a:ea typeface="Calibri"/>
                <a:cs typeface="Calibri"/>
              </a:rPr>
              <a:t>El formulario envía los datos al Servlet y presenta el resultado de la conversión.</a:t>
            </a:r>
            <a:endParaRPr/>
          </a:p>
        </p:txBody>
      </p:sp>
      <p:sp>
        <p:nvSpPr>
          <p:cNvPr id="2" name="CAPTURA PENDIENTE - Formulario y respuesta del cliente web">
            <a:extLst xmlns:a="http://schemas.openxmlformats.org/drawingml/2006/main">
              <a:ext uri="{FF2B5EF4-FFF2-40B4-BE49-F238E27FC236}">
                <a16:creationId xmlns:a16="http://schemas.microsoft.com/office/drawing/2014/main" id="{50F1EE2D-3E68-4D94-93CB-4966AFFE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9277" y="3132944"/>
            <a:ext cx="3959600" cy="35453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Formulario y respuesta del cliente web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antalla web de conversión">
            <a:extLst xmlns:a="http://schemas.openxmlformats.org/drawingml/2006/main">
              <a:ext uri="{FF2B5EF4-FFF2-40B4-BE49-F238E27FC236}">
                <a16:creationId xmlns:a16="http://schemas.microsoft.com/office/drawing/2014/main" id="{5324AC23-B32E-46E5-90FD-3A5E7DF9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168" y="3132944"/>
            <a:ext cx="1448002" cy="9050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web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5446928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4" name="Google Shape;384;g319782968e5_0_73">
            <a:extLst xmlns:a="http://schemas.openxmlformats.org/drawingml/2006/main">
              <a:ext uri="{FF2B5EF4-FFF2-40B4-BE49-F238E27FC236}">
                <a16:creationId xmlns:a16="http://schemas.microsoft.com/office/drawing/2014/main" id="{87E4CDEA-7DB1-4271-94BC-B1EC4373D7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385" name="Google Shape;385;g319782968e5_0_73">
            <a:extLst xmlns:a="http://schemas.openxmlformats.org/drawingml/2006/main">
              <a:ext uri="{FF2B5EF4-FFF2-40B4-BE49-F238E27FC236}">
                <a16:creationId xmlns:a16="http://schemas.microsoft.com/office/drawing/2014/main" id="{9FF9767A-89A9-47B7-8168-64A2F20D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6" name="Google Shape;386;g319782968e5_0_73">
            <a:extLst xmlns:a="http://schemas.openxmlformats.org/drawingml/2006/main">
              <a:ext uri="{FF2B5EF4-FFF2-40B4-BE49-F238E27FC236}">
                <a16:creationId xmlns:a16="http://schemas.microsoft.com/office/drawing/2014/main" id="{7450271B-D944-46C6-84E4-8B15F0CFF7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715856"/>
            <a:ext cx="8589300" cy="132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>
                <a:latin typeface="Cambria"/>
                <a:ea typeface="Cambria"/>
                <a:cs typeface="Cambria"/>
              </a:rPr>
              <a:t>index.html presenta el formulario de inicio de sesión. LoginServlet valida las credenciales y habilita el acceso al conversor cuando son correctas.</a:t>
            </a:r>
            <a:endParaRPr sz="1800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antalla web de inicio de sesión">
            <a:extLst xmlns:a="http://schemas.openxmlformats.org/drawingml/2006/main">
              <a:ext uri="{FF2B5EF4-FFF2-40B4-BE49-F238E27FC236}">
                <a16:creationId xmlns:a16="http://schemas.microsoft.com/office/drawing/2014/main" id="{3F838D8B-14B2-4CD8-9567-BA215EFD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070" y="2850777"/>
            <a:ext cx="4143559" cy="37087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web de inicio de sesión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4214962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0" name="Google Shape;400;g319782968e5_0_112">
            <a:extLst xmlns:a="http://schemas.openxmlformats.org/drawingml/2006/main">
              <a:ext uri="{FF2B5EF4-FFF2-40B4-BE49-F238E27FC236}">
                <a16:creationId xmlns:a16="http://schemas.microsoft.com/office/drawing/2014/main" id="{BE292199-17CA-4D7F-A4D3-30DDE5BE2B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01" name="Google Shape;401;g319782968e5_0_112">
            <a:extLst xmlns:a="http://schemas.openxmlformats.org/drawingml/2006/main">
              <a:ext uri="{FF2B5EF4-FFF2-40B4-BE49-F238E27FC236}">
                <a16:creationId xmlns:a16="http://schemas.microsoft.com/office/drawing/2014/main" id="{0E8A2366-308A-48FE-A6E8-F283C5E7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2" name="Google Shape;402;g319782968e5_0_112">
            <a:extLst xmlns:a="http://schemas.openxmlformats.org/drawingml/2006/main">
              <a:ext uri="{FF2B5EF4-FFF2-40B4-BE49-F238E27FC236}">
                <a16:creationId xmlns:a16="http://schemas.microsoft.com/office/drawing/2014/main" id="{3032E5F3-48C3-49F2-B870-61CF21D3D8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39100" y="1913200"/>
            <a:ext cx="8038500" cy="180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Inicia el servidor REST y después el cliente web. Abre http://localhost:8081/ClienteWeb/ en el navegador para acceder al formulario de autenticación y las funciones de conversión.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liente web ejecutándose en el navegador">
            <a:extLst xmlns:a="http://schemas.openxmlformats.org/drawingml/2006/main">
              <a:ext uri="{FF2B5EF4-FFF2-40B4-BE49-F238E27FC236}">
                <a16:creationId xmlns:a16="http://schemas.microsoft.com/office/drawing/2014/main" id="{3BC82B9D-141E-4A6F-B487-EA586761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268" y="3257334"/>
            <a:ext cx="3200847" cy="30865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Cliente web ejecutándose en el navegador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2967817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0" name="Google Shape;410;g319782968e5_0_135">
            <a:extLst xmlns:a="http://schemas.openxmlformats.org/drawingml/2006/main">
              <a:ext uri="{FF2B5EF4-FFF2-40B4-BE49-F238E27FC236}">
                <a16:creationId xmlns:a16="http://schemas.microsoft.com/office/drawing/2014/main" id="{C8B564F7-79DC-4738-B5CA-DBEE32DEAD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11" name="Google Shape;411;g319782968e5_0_135">
            <a:extLst xmlns:a="http://schemas.openxmlformats.org/drawingml/2006/main">
              <a:ext uri="{FF2B5EF4-FFF2-40B4-BE49-F238E27FC236}">
                <a16:creationId xmlns:a16="http://schemas.microsoft.com/office/drawing/2014/main" id="{B3B9619A-FBC7-444B-8611-D764DC87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2" name="Google Shape;412;g319782968e5_0_135">
            <a:extLst xmlns:a="http://schemas.openxmlformats.org/drawingml/2006/main">
              <a:ext uri="{FF2B5EF4-FFF2-40B4-BE49-F238E27FC236}">
                <a16:creationId xmlns:a16="http://schemas.microsoft.com/office/drawing/2014/main" id="{F54B5A17-D9ED-449D-9244-A0E0FE0759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326975" y="2523925"/>
            <a:ext cx="28083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Acceso al cliente web. Ingresa MONSTER / MONSTER9; una sesión válida permite continuar a la pantalla de conversión.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Autenticación en el cliente web">
            <a:extLst xmlns:a="http://schemas.openxmlformats.org/drawingml/2006/main">
              <a:ext uri="{FF2B5EF4-FFF2-40B4-BE49-F238E27FC236}">
                <a16:creationId xmlns:a16="http://schemas.microsoft.com/office/drawing/2014/main" id="{C394E801-C15E-45DC-B260-08AA3ABA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339" y="2523935"/>
            <a:ext cx="5399437" cy="36954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413" name="">
            <a:extLst xmlns:a="http://schemas.openxmlformats.org/drawingml/2006/main">
              <a:ext uri="{FF2B5EF4-FFF2-40B4-BE49-F238E27FC236}">
                <a16:creationId xmlns:a16="http://schemas.microsoft.com/office/drawing/2014/main" id="{7D207D9E-6A32-4EEC-BF70-A9F4E491C9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10aa15c0e549c9"/>
          <a:stretch xmlns:a="http://schemas.openxmlformats.org/drawingml/2006/main"/>
        </p:blipFill>
        <p:spPr>
          <a:xfrm xmlns:a="http://schemas.openxmlformats.org/drawingml/2006/main">
            <a:off x="1374102" y="2590610"/>
            <a:ext cx="4257909" cy="356206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828885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8" name="Google Shape;418;g319782968e5_0_123">
            <a:extLst xmlns:a="http://schemas.openxmlformats.org/drawingml/2006/main">
              <a:ext uri="{FF2B5EF4-FFF2-40B4-BE49-F238E27FC236}">
                <a16:creationId xmlns:a16="http://schemas.microsoft.com/office/drawing/2014/main" id="{8D586780-1962-4E70-9824-43EAE8F7C6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19" name="Google Shape;419;g319782968e5_0_123">
            <a:extLst xmlns:a="http://schemas.openxmlformats.org/drawingml/2006/main">
              <a:ext uri="{FF2B5EF4-FFF2-40B4-BE49-F238E27FC236}">
                <a16:creationId xmlns:a16="http://schemas.microsoft.com/office/drawing/2014/main" id="{DBBDC7E3-2515-4061-BA3E-B74902BF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0" name="Google Shape;420;g319782968e5_0_123">
            <a:extLst xmlns:a="http://schemas.openxmlformats.org/drawingml/2006/main">
              <a:ext uri="{FF2B5EF4-FFF2-40B4-BE49-F238E27FC236}">
                <a16:creationId xmlns:a16="http://schemas.microsoft.com/office/drawing/2014/main" id="{B42ABE8F-03D2-409E-9472-FA02FEFC96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523925"/>
            <a:ext cx="2808300" cy="36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>
                <a:latin typeface="Cambria"/>
                <a:ea typeface="Cambria"/>
                <a:cs typeface="Cambria"/>
              </a:rPr>
              <a:t>Selecciona longitud, masa o temperatura. Ingresa un valor y las unidades de origen y destino; el cliente envía una solicitud JSON y muestra el resultado con dos decimales.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versión realizada desde el cliente web">
            <a:extLst xmlns:a="http://schemas.openxmlformats.org/drawingml/2006/main">
              <a:ext uri="{FF2B5EF4-FFF2-40B4-BE49-F238E27FC236}">
                <a16:creationId xmlns:a16="http://schemas.microsoft.com/office/drawing/2014/main" id="{9BC455B7-E39D-443C-87AE-7A64222F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937" y="2381060"/>
            <a:ext cx="5399437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pic>
        <p:nvPicPr>
          <p:cNvPr id="421" name="">
            <a:extLst xmlns:a="http://schemas.openxmlformats.org/drawingml/2006/main">
              <a:ext uri="{FF2B5EF4-FFF2-40B4-BE49-F238E27FC236}">
                <a16:creationId xmlns:a16="http://schemas.microsoft.com/office/drawing/2014/main" id="{E5EAE878-99D3-4668-8B1E-90BA6794D5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18125faefd4fe5"/>
          <a:stretch xmlns:a="http://schemas.openxmlformats.org/drawingml/2006/main"/>
        </p:blipFill>
        <p:spPr>
          <a:xfrm xmlns:a="http://schemas.openxmlformats.org/drawingml/2006/main">
            <a:off x="4189216" y="2447735"/>
            <a:ext cx="4394879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27590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6" name="Google Shape;426;p37">
            <a:extLst xmlns:a="http://schemas.openxmlformats.org/drawingml/2006/main">
              <a:ext uri="{FF2B5EF4-FFF2-40B4-BE49-F238E27FC236}">
                <a16:creationId xmlns:a16="http://schemas.microsoft.com/office/drawing/2014/main" id="{5E078747-D29E-4875-A700-EA05ED6DC8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27" name="Google Shape;427;p37">
            <a:extLst xmlns:a="http://schemas.openxmlformats.org/drawingml/2006/main">
              <a:ext uri="{FF2B5EF4-FFF2-40B4-BE49-F238E27FC236}">
                <a16:creationId xmlns:a16="http://schemas.microsoft.com/office/drawing/2014/main" id="{05B7AF8B-8CE3-4895-A4F1-73FC19F9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8" name="Google Shape;428;p37">
            <a:extLst xmlns:a="http://schemas.openxmlformats.org/drawingml/2006/main">
              <a:ext uri="{FF2B5EF4-FFF2-40B4-BE49-F238E27FC236}">
                <a16:creationId xmlns:a16="http://schemas.microsoft.com/office/drawing/2014/main" id="{26499692-8BCC-46AE-B923-087750D6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75" y="1921878"/>
            <a:ext cx="8576700" cy="73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429" name="Google Shape;429;p37">
            <a:extLst xmlns:a="http://schemas.openxmlformats.org/drawingml/2006/main">
              <a:ext uri="{FF2B5EF4-FFF2-40B4-BE49-F238E27FC236}">
                <a16:creationId xmlns:a16="http://schemas.microsoft.com/office/drawing/2014/main" id="{B53099DA-FEF3-4575-B677-620C72D1E4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253923"/>
            <a:ext cx="41781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Crea una aplicación Android con Java y una actividad vacía. Usa HttpURLConnection y org.json para consumir la API REST.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Configura una dirección de host accesible desde el emulador o dispositivo físico.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figuración del proyecto y dependencia cliente">
            <a:extLst xmlns:a="http://schemas.openxmlformats.org/drawingml/2006/main">
              <a:ext uri="{FF2B5EF4-FFF2-40B4-BE49-F238E27FC236}">
                <a16:creationId xmlns:a16="http://schemas.microsoft.com/office/drawing/2014/main" id="{50C86C09-A255-49F6-9411-BB349FB9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75" y="5528800"/>
            <a:ext cx="4335775" cy="59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Configuración del proyecto y dependencia cliente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Creación de actividad Android">
            <a:extLst xmlns:a="http://schemas.openxmlformats.org/drawingml/2006/main">
              <a:ext uri="{FF2B5EF4-FFF2-40B4-BE49-F238E27FC236}">
                <a16:creationId xmlns:a16="http://schemas.microsoft.com/office/drawing/2014/main" id="{25DA522F-0895-4629-81B9-37D7BCB5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937" y="4209124"/>
            <a:ext cx="3622500" cy="191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Creación de actividad Android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Captura del módulo descrito en esta diapositiva">
            <a:extLst xmlns:a="http://schemas.openxmlformats.org/drawingml/2006/main">
              <a:ext uri="{FF2B5EF4-FFF2-40B4-BE49-F238E27FC236}">
                <a16:creationId xmlns:a16="http://schemas.microsoft.com/office/drawing/2014/main" id="{554899BC-2CDC-4865-BB5B-01E3D2D8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749" y="2402189"/>
            <a:ext cx="1606875" cy="169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del módulo descrito en esta diapositiva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234189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7" name="Google Shape;437;g2d624313899_0_157">
            <a:extLst xmlns:a="http://schemas.openxmlformats.org/drawingml/2006/main">
              <a:ext uri="{FF2B5EF4-FFF2-40B4-BE49-F238E27FC236}">
                <a16:creationId xmlns:a16="http://schemas.microsoft.com/office/drawing/2014/main" id="{4945A2B6-7C4B-4FAB-9D6A-D3DC6348AA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38" name="Google Shape;438;g2d624313899_0_157">
            <a:extLst xmlns:a="http://schemas.openxmlformats.org/drawingml/2006/main">
              <a:ext uri="{FF2B5EF4-FFF2-40B4-BE49-F238E27FC236}">
                <a16:creationId xmlns:a16="http://schemas.microsoft.com/office/drawing/2014/main" id="{6CA68C78-AE92-4444-B0AA-295BDA57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9" name="Google Shape;439;g2d624313899_0_157">
            <a:extLst xmlns:a="http://schemas.openxmlformats.org/drawingml/2006/main">
              <a:ext uri="{FF2B5EF4-FFF2-40B4-BE49-F238E27FC236}">
                <a16:creationId xmlns:a16="http://schemas.microsoft.com/office/drawing/2014/main" id="{943B776B-3761-4F75-9576-1518FABA78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253925"/>
            <a:ext cx="3644100" cy="348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Estructura del Proyecto (MVC)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La aplicación separa actividades de interfaz, controladores, modelos y cliente REST. El patrón MVC organiza el inicio de sesión y el flujo de conversión.</a:t>
            </a:r>
            <a:endParaRPr sz="1564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aquetes y estructura MVC de Android">
            <a:extLst xmlns:a="http://schemas.openxmlformats.org/drawingml/2006/main">
              <a:ext uri="{FF2B5EF4-FFF2-40B4-BE49-F238E27FC236}">
                <a16:creationId xmlns:a16="http://schemas.microsoft.com/office/drawing/2014/main" id="{112061D5-DCD0-40EF-968A-DFC2D04F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1537" y="2559253"/>
            <a:ext cx="3225165" cy="3159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Paquetes y estructura MVC de Android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5219944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5" name="Google Shape;445;g2d624313899_0_172">
            <a:extLst xmlns:a="http://schemas.openxmlformats.org/drawingml/2006/main">
              <a:ext uri="{FF2B5EF4-FFF2-40B4-BE49-F238E27FC236}">
                <a16:creationId xmlns:a16="http://schemas.microsoft.com/office/drawing/2014/main" id="{133FBCF9-E68A-4BE9-8E38-CB17CC0D3E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46" name="Google Shape;446;g2d624313899_0_172">
            <a:extLst xmlns:a="http://schemas.openxmlformats.org/drawingml/2006/main">
              <a:ext uri="{FF2B5EF4-FFF2-40B4-BE49-F238E27FC236}">
                <a16:creationId xmlns:a16="http://schemas.microsoft.com/office/drawing/2014/main" id="{1629E636-DB7A-4266-961A-08AA66CB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7" name="Google Shape;447;g2d624313899_0_172">
            <a:extLst xmlns:a="http://schemas.openxmlformats.org/drawingml/2006/main">
              <a:ext uri="{FF2B5EF4-FFF2-40B4-BE49-F238E27FC236}">
                <a16:creationId xmlns:a16="http://schemas.microsoft.com/office/drawing/2014/main" id="{E62EDC3A-3DAB-4722-B446-360966FCF5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91075" y="1294250"/>
            <a:ext cx="38886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Modelo: RestClient.java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Usa HttpURLConnection y org.json para enviar solicitudes HTTP y procesar respuestas JSON.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448" name="Google Shape;448;g2d624313899_0_172">
            <a:extLst xmlns:a="http://schemas.openxmlformats.org/drawingml/2006/main">
              <a:ext uri="{FF2B5EF4-FFF2-40B4-BE49-F238E27FC236}">
                <a16:creationId xmlns:a16="http://schemas.microsoft.com/office/drawing/2014/main" id="{79B7AEED-2029-45D4-9C3B-2F7A7F7347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698075" y="1376600"/>
            <a:ext cx="38886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Controlador: ConversionController.java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Coordina la selección de unidades, valida los datos y solicita la conversión al recurso REST correspondiente.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Controlador de conversión móvil">
            <a:extLst xmlns:a="http://schemas.openxmlformats.org/drawingml/2006/main">
              <a:ext uri="{FF2B5EF4-FFF2-40B4-BE49-F238E27FC236}">
                <a16:creationId xmlns:a16="http://schemas.microsoft.com/office/drawing/2014/main" id="{4B592B61-C742-4195-8165-417B6E42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0331" y="3710940"/>
            <a:ext cx="3802710" cy="28483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Controlador de conversión móvil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Cliente HTTP JSON del móvil">
            <a:extLst xmlns:a="http://schemas.openxmlformats.org/drawingml/2006/main">
              <a:ext uri="{FF2B5EF4-FFF2-40B4-BE49-F238E27FC236}">
                <a16:creationId xmlns:a16="http://schemas.microsoft.com/office/drawing/2014/main" id="{E833F513-8033-4416-9E1E-E4BA1533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075" y="3711388"/>
            <a:ext cx="3478914" cy="22597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Cliente HTTP/JSON del móvil</a:t>
            </a:r>
          </a:p>
        </p:txBody>
      </p:sp>
    </p:spTree>
    <p:extLst>
      <p:ext uri="{BB962C8B-B14F-4D97-AF65-F5344CB8AC3E}">
        <p14:creationId xmlns:p14="http://schemas.microsoft.com/office/powerpoint/2010/main" val="30037055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5" name="Google Shape;455;g2d624313899_0_193">
            <a:extLst xmlns:a="http://schemas.openxmlformats.org/drawingml/2006/main">
              <a:ext uri="{FF2B5EF4-FFF2-40B4-BE49-F238E27FC236}">
                <a16:creationId xmlns:a16="http://schemas.microsoft.com/office/drawing/2014/main" id="{A39AFCBB-6201-43CB-B5C5-583A2C9B71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56" name="Google Shape;456;g2d624313899_0_193">
            <a:extLst xmlns:a="http://schemas.openxmlformats.org/drawingml/2006/main">
              <a:ext uri="{FF2B5EF4-FFF2-40B4-BE49-F238E27FC236}">
                <a16:creationId xmlns:a16="http://schemas.microsoft.com/office/drawing/2014/main" id="{EEB2CCE4-B98B-4388-8E17-D9F90EA8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7" name="Google Shape;457;g2d624313899_0_193">
            <a:extLst xmlns:a="http://schemas.openxmlformats.org/drawingml/2006/main">
              <a:ext uri="{FF2B5EF4-FFF2-40B4-BE49-F238E27FC236}">
                <a16:creationId xmlns:a16="http://schemas.microsoft.com/office/drawing/2014/main" id="{DB5E77FC-9A90-4388-ACAA-B5CB7F361B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91075" y="1294250"/>
            <a:ext cx="38886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Vista: LoginActivity.java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458" name="Google Shape;458;g2d624313899_0_193">
            <a:extLst xmlns:a="http://schemas.openxmlformats.org/drawingml/2006/main">
              <a:ext uri="{FF2B5EF4-FFF2-40B4-BE49-F238E27FC236}">
                <a16:creationId xmlns:a16="http://schemas.microsoft.com/office/drawing/2014/main" id="{E3D14469-B068-466B-88A4-70488B26F0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698075" y="1376600"/>
            <a:ext cx="3888600" cy="3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Vista: ConversionActivity.java</a:t>
            </a: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sz="1564" b="1">
                <a:latin typeface="Cambria"/>
                <a:ea typeface="Cambria"/>
                <a:cs typeface="Cambria"/>
              </a:rPr>
              <a:t>Permite elegir magnitud y unidades, ingresar el valor y consultar el resultado de la API REST.</a:t>
            </a:r>
            <a:endParaRPr sz="1564" b="1"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Pantalla móvil de conversión">
            <a:extLst xmlns:a="http://schemas.openxmlformats.org/drawingml/2006/main">
              <a:ext uri="{FF2B5EF4-FFF2-40B4-BE49-F238E27FC236}">
                <a16:creationId xmlns:a16="http://schemas.microsoft.com/office/drawing/2014/main" id="{5D2BE896-C9D6-4451-8421-875BD8CF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6586" y="3395466"/>
            <a:ext cx="3346888" cy="31212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móvil de conversión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CAPTURA PENDIENTE - Pantalla móvil de inicio de sesión">
            <a:extLst xmlns:a="http://schemas.openxmlformats.org/drawingml/2006/main">
              <a:ext uri="{FF2B5EF4-FFF2-40B4-BE49-F238E27FC236}">
                <a16:creationId xmlns:a16="http://schemas.microsoft.com/office/drawing/2014/main" id="{19BF357B-B2D4-4484-A803-3A3A0B58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071" y="3523400"/>
            <a:ext cx="3704493" cy="22902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Pantalla móvil de inicio de sesión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5930877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3" name="Google Shape;493;g2d6d00c5bd2_3_16">
            <a:extLst xmlns:a="http://schemas.openxmlformats.org/drawingml/2006/main">
              <a:ext uri="{FF2B5EF4-FFF2-40B4-BE49-F238E27FC236}">
                <a16:creationId xmlns:a16="http://schemas.microsoft.com/office/drawing/2014/main" id="{68EE3DF7-0839-4C5E-ACD8-8837DA6950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494" name="Google Shape;494;g2d6d00c5bd2_3_16">
            <a:extLst xmlns:a="http://schemas.openxmlformats.org/drawingml/2006/main">
              <a:ext uri="{FF2B5EF4-FFF2-40B4-BE49-F238E27FC236}">
                <a16:creationId xmlns:a16="http://schemas.microsoft.com/office/drawing/2014/main" id="{F78EDA7B-B588-41A1-82BE-9C31571B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5" name="Google Shape;495;g2d6d00c5bd2_3_16">
            <a:extLst xmlns:a="http://schemas.openxmlformats.org/drawingml/2006/main">
              <a:ext uri="{FF2B5EF4-FFF2-40B4-BE49-F238E27FC236}">
                <a16:creationId xmlns:a16="http://schemas.microsoft.com/office/drawing/2014/main" id="{1909CE4A-3A4E-442F-8983-3A940E8E1C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1984125"/>
            <a:ext cx="8589300" cy="11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457200" lvl="0" indent="-317981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>
                <a:latin typeface="Cambria"/>
                <a:ea typeface="Cambria"/>
                <a:cs typeface="Cambria"/>
              </a:rPr>
              <a:t>Ejecuta primero el servidor REST. Luego inicia la aplicación en un emulador o dispositivo Android y verifica el acceso al host y al puerto del servicio (8080 o 8085).</a:t>
            </a:r>
            <a:endParaRPr>
              <a:latin typeface="Cambria"/>
              <a:ea typeface="Cambria"/>
              <a:cs typeface="Cambria"/>
            </a:endParaRPr>
          </a:p>
        </p:txBody>
      </p:sp>
      <p:sp>
        <p:nvSpPr>
          <p:cNvPr id="2" name="CAPTURA PENDIENTE - Ejecución en dispositivo físico">
            <a:extLst xmlns:a="http://schemas.openxmlformats.org/drawingml/2006/main">
              <a:ext uri="{FF2B5EF4-FFF2-40B4-BE49-F238E27FC236}">
                <a16:creationId xmlns:a16="http://schemas.microsoft.com/office/drawing/2014/main" id="{F7F24898-5E29-416B-B91C-F98BB55D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360" y="3132224"/>
            <a:ext cx="1577205" cy="346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Ejecución en dispositivo físico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CAPTURA PENDIENTE - Ejecución en emulador">
            <a:extLst xmlns:a="http://schemas.openxmlformats.org/drawingml/2006/main">
              <a:ext uri="{FF2B5EF4-FFF2-40B4-BE49-F238E27FC236}">
                <a16:creationId xmlns:a16="http://schemas.microsoft.com/office/drawing/2014/main" id="{2D123914-A870-495A-8538-9F7179BF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7289" y="3132225"/>
            <a:ext cx="1720640" cy="346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875">
            <a:solidFill>
              <a:srgbClr val="D9D9D9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CAPTURA PENDIENTE</a:t>
            </a:r>
          </a:p>
          <a:p xmlns:a="http://schemas.openxmlformats.org/drawingml/2006/main">
            <a:pPr algn="ctr">
              <a:buNone/>
            </a:pPr>
            <a:r>
              <a:rPr sz="900" i="1">
                <a:solidFill>
                  <a:srgbClr val="666666"/>
                </a:solidFill>
                <a:latin typeface="Arial"/>
                <a:ea typeface="Arial"/>
                <a:cs typeface="Arial"/>
              </a:rPr>
              <a:t>Ejecución en emulador</a:t>
            </a:r>
            <a:endParaRPr sz="900" i="1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73660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2" name="Google Shape;502;p41">
            <a:extLst xmlns:a="http://schemas.openxmlformats.org/drawingml/2006/main">
              <a:ext uri="{FF2B5EF4-FFF2-40B4-BE49-F238E27FC236}">
                <a16:creationId xmlns:a16="http://schemas.microsoft.com/office/drawing/2014/main" id="{66024217-8DD1-4F8A-A9CF-3AED589C49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CONCLUSIONES</a:t>
            </a:r>
            <a:endParaRPr/>
          </a:p>
        </p:txBody>
      </p:sp>
      <p:sp>
        <p:nvSpPr>
          <p:cNvPr id="503" name="Google Shape;503;p41">
            <a:extLst xmlns:a="http://schemas.openxmlformats.org/drawingml/2006/main">
              <a:ext uri="{FF2B5EF4-FFF2-40B4-BE49-F238E27FC236}">
                <a16:creationId xmlns:a16="http://schemas.microsoft.com/office/drawing/2014/main" id="{EABEBA98-CC0C-4473-847F-29433C7F07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300" cy="367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El sistema mantiene una lógica de conversión común para las aplicaciones de consola, escritorio, web y móvil. RESTful publica recursos HTTP/JSON que los clientes Java consumen mediante solicitudes web.</a:t>
            </a:r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/>
          </a:p>
        </p:txBody>
      </p:sp>
      <p:sp>
        <p:nvSpPr>
          <p:cNvPr id="504" name="Google Shape;504;p41">
            <a:extLst xmlns:a="http://schemas.openxmlformats.org/drawingml/2006/main">
              <a:ext uri="{FF2B5EF4-FFF2-40B4-BE49-F238E27FC236}">
                <a16:creationId xmlns:a16="http://schemas.microsoft.com/office/drawing/2014/main" id="{3A55A1AF-2254-4E1B-929B-5DA7E625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3427322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9" name="Google Shape;509;p42">
            <a:extLst xmlns:a="http://schemas.openxmlformats.org/drawingml/2006/main">
              <a:ext uri="{FF2B5EF4-FFF2-40B4-BE49-F238E27FC236}">
                <a16:creationId xmlns:a16="http://schemas.microsoft.com/office/drawing/2014/main" id="{40E713A4-798B-4A09-BF9E-96E3FE23EB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RECOMENDACIONES</a:t>
            </a:r>
            <a:endParaRPr/>
          </a:p>
        </p:txBody>
      </p:sp>
      <p:sp>
        <p:nvSpPr>
          <p:cNvPr id="510" name="Google Shape;510;p42">
            <a:extLst xmlns:a="http://schemas.openxmlformats.org/drawingml/2006/main">
              <a:ext uri="{FF2B5EF4-FFF2-40B4-BE49-F238E27FC236}">
                <a16:creationId xmlns:a16="http://schemas.microsoft.com/office/drawing/2014/main" id="{0D751A69-4A14-4B1E-AAC2-44662A39C5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025325"/>
            <a:ext cx="8500800" cy="42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Mantén el servidor activo antes de iniciar los clientes y prueba cada recurso con valores conocidos.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Conserva sincronizados las rutas REST, los modelos JSON y las respuestas de los cuatro clientes.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Al tomar capturas para el manual, incluye el inicio de sesión, una conversión por magnitud y la ejecución del servidor. Registra la solicitud, las unidades y el resultado visible.</a:t>
            </a:r>
            <a:endParaRPr sz="1900"/>
          </a:p>
        </p:txBody>
      </p:sp>
      <p:sp>
        <p:nvSpPr>
          <p:cNvPr id="511" name="Google Shape;511;p42">
            <a:extLst xmlns:a="http://schemas.openxmlformats.org/drawingml/2006/main">
              <a:ext uri="{FF2B5EF4-FFF2-40B4-BE49-F238E27FC236}">
                <a16:creationId xmlns:a16="http://schemas.microsoft.com/office/drawing/2014/main" id="{B44ABD1C-98BA-4CB6-9BD5-CECA7EDC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0905988"/>
      </p:ext>
    </p:extLst>
  </p:cSld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2026-10-28T07:36:57.6960000Z</dcterms:created>
  <dcterms:modified xsi:type="dcterms:W3CDTF">2026-10-28T07:36:57.6960000Z</dcterms:modified>
</coreProperties>
</file>