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Java 17 con Jersey, Grizzly y Jackson.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/WS_CONV_UNI_RESTFULL_JAVA-1.0-SNAPSHOT/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Estructura inicial del servidor">
            <a:extLst>
              <a:ext uri="{FF2B5EF4-FFF2-40B4-BE49-F238E27FC236}">
                <a16:creationId xmlns:a16="http://schemas.microsoft.com/office/drawing/2014/main" id="{17E77EA3-1BEA-4179-BF94-998624423603}"/>
              </a:ext>
            </a:extLst>
          </p:cNvPr>
          <p:cNvSpPr/>
          <p:nvPr/>
        </p:nvSpPr>
        <p:spPr>
          <a:xfrm>
            <a:off x="6096000" y="3709191"/>
            <a:ext cx="3131854" cy="21793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inicial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Ajustes del endpoint y dependencias">
            <a:extLst>
              <a:ext uri="{FF2B5EF4-FFF2-40B4-BE49-F238E27FC236}">
                <a16:creationId xmlns:a16="http://schemas.microsoft.com/office/drawing/2014/main" id="{50ACFE48-E015-4B57-A8E4-FBBB537BEA49}"/>
              </a:ext>
            </a:extLst>
          </p:cNvPr>
          <p:cNvSpPr/>
          <p:nvPr/>
        </p:nvSpPr>
        <p:spPr>
          <a:xfrm>
            <a:off x="2953500" y="3716772"/>
            <a:ext cx="3480507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Ajustes del endpoint y dependencias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oyecto Maven y configuración del servidor">
            <a:extLst>
              <a:ext uri="{FF2B5EF4-FFF2-40B4-BE49-F238E27FC236}">
                <a16:creationId xmlns:a16="http://schemas.microsoft.com/office/drawing/2014/main" id="{BF619C64-20BD-4F4D-BA92-6F9DFDBD2226}"/>
              </a:ext>
            </a:extLst>
          </p:cNvPr>
          <p:cNvSpPr/>
          <p:nvPr/>
        </p:nvSpPr>
        <p:spPr>
          <a:xfrm>
            <a:off x="234986" y="3724354"/>
            <a:ext cx="3249332" cy="216422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Proyecto Maven y configuración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ServidorRestMain.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C7E1E34B-54B3-4282-9A1E-9BDE3F598B2F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6227344A-0244-4E95-94DB-D55E648FE2B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Jersey y modelos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Jersey registra los recursos REST; Grizzly ofrece el servidor HTTP embebido y Jackson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454DCE1A-E548-4B0A-A877-3DAA336DC380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/WS_CONV_UNI_RESTFULL_JAVA-1.0-SNAPSHOT/.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ódigo de publicación o registro de recursos">
            <a:extLst>
              <a:ext uri="{FF2B5EF4-FFF2-40B4-BE49-F238E27FC236}">
                <a16:creationId xmlns:a16="http://schemas.microsoft.com/office/drawing/2014/main" id="{AEDAC15D-A3D3-404F-9C5F-945CC788CB4C}"/>
              </a:ext>
            </a:extLst>
          </p:cNvPr>
          <p:cNvSpPr/>
          <p:nvPr/>
        </p:nvSpPr>
        <p:spPr>
          <a:xfrm>
            <a:off x="3875414" y="2817286"/>
            <a:ext cx="4441055" cy="361543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Código de publicación o registro de recursos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puesta del servicio">
            <a:extLst>
              <a:ext uri="{FF2B5EF4-FFF2-40B4-BE49-F238E27FC236}">
                <a16:creationId xmlns:a16="http://schemas.microsoft.com/office/drawing/2014/main" id="{B2C4A3B8-9E3D-4E18-9BFA-696E1A7A9839}"/>
              </a:ext>
            </a:extLst>
          </p:cNvPr>
          <p:cNvSpPr/>
          <p:nvPr/>
        </p:nvSpPr>
        <p:spPr>
          <a:xfrm>
            <a:off x="5818100" y="4415104"/>
            <a:ext cx="2808980" cy="207069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Respuesta del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Prueba de conversión de temperatura">
            <a:extLst>
              <a:ext uri="{FF2B5EF4-FFF2-40B4-BE49-F238E27FC236}">
                <a16:creationId xmlns:a16="http://schemas.microsoft.com/office/drawing/2014/main" id="{465518C2-7DAD-4640-87B0-13850D7F0BF1}"/>
              </a:ext>
            </a:extLst>
          </p:cNvPr>
          <p:cNvSpPr/>
          <p:nvPr/>
        </p:nvSpPr>
        <p:spPr>
          <a:xfrm>
            <a:off x="2961150" y="4415104"/>
            <a:ext cx="2761232" cy="21726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temperatura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rueba de conversión de masa">
            <a:extLst>
              <a:ext uri="{FF2B5EF4-FFF2-40B4-BE49-F238E27FC236}">
                <a16:creationId xmlns:a16="http://schemas.microsoft.com/office/drawing/2014/main" id="{C0532E73-4590-4CA0-9537-FB9AAEE1A6CE}"/>
              </a:ext>
            </a:extLst>
          </p:cNvPr>
          <p:cNvSpPr/>
          <p:nvPr/>
        </p:nvSpPr>
        <p:spPr>
          <a:xfrm>
            <a:off x="330934" y="4415104"/>
            <a:ext cx="2630216" cy="20089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masa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Prueba de conversión de longitud">
            <a:extLst>
              <a:ext uri="{FF2B5EF4-FFF2-40B4-BE49-F238E27FC236}">
                <a16:creationId xmlns:a16="http://schemas.microsoft.com/office/drawing/2014/main" id="{2D1CD486-4A7B-4EB5-9791-8DAA5B3291E4}"/>
              </a:ext>
            </a:extLst>
          </p:cNvPr>
          <p:cNvSpPr/>
          <p:nvPr/>
        </p:nvSpPr>
        <p:spPr>
          <a:xfrm>
            <a:off x="4671319" y="1994161"/>
            <a:ext cx="2849245" cy="207581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conversión de longitud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6" name="CAPTURA PENDIENTE - Prueba de autenticación">
            <a:extLst>
              <a:ext uri="{FF2B5EF4-FFF2-40B4-BE49-F238E27FC236}">
                <a16:creationId xmlns:a16="http://schemas.microsoft.com/office/drawing/2014/main" id="{CEB29770-1EED-4DD7-8C23-D733A4854BCB}"/>
              </a:ext>
            </a:extLst>
          </p:cNvPr>
          <p:cNvSpPr/>
          <p:nvPr/>
        </p:nvSpPr>
        <p:spPr>
          <a:xfrm>
            <a:off x="679863" y="2724790"/>
            <a:ext cx="3776665" cy="1345186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Prueba de autenticación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470F980C-FB47-44A7-A8A8-971BCFC63D51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85E12E47-F5C4-4ED2-9344-5707D2189E30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EC1BEABE-3CC2-47C6-878A-D718228FE067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F56BC7F3-638C-483C-977F-A1DD0317B91F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7ED2DC89-90CA-4D4C-8DDE-39E28A817C05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Resultado de conversión">
            <a:extLst>
              <a:ext uri="{FF2B5EF4-FFF2-40B4-BE49-F238E27FC236}">
                <a16:creationId xmlns:a16="http://schemas.microsoft.com/office/drawing/2014/main" id="{E21B58B1-4044-4DC0-8DA3-EB703ACEED95}"/>
              </a:ext>
            </a:extLst>
          </p:cNvPr>
          <p:cNvSpPr/>
          <p:nvPr/>
        </p:nvSpPr>
        <p:spPr>
          <a:xfrm>
            <a:off x="6143877" y="3004463"/>
            <a:ext cx="2928406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Resultado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Selección de magnitud y unidades">
            <a:extLst>
              <a:ext uri="{FF2B5EF4-FFF2-40B4-BE49-F238E27FC236}">
                <a16:creationId xmlns:a16="http://schemas.microsoft.com/office/drawing/2014/main" id="{E4CAECE9-3FFC-4C88-A4D5-375779427E2C}"/>
              </a:ext>
            </a:extLst>
          </p:cNvPr>
          <p:cNvSpPr/>
          <p:nvPr/>
        </p:nvSpPr>
        <p:spPr>
          <a:xfrm>
            <a:off x="3227647" y="3004463"/>
            <a:ext cx="280830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Selección de magnitud y unidades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Autenticación correcta">
            <a:extLst>
              <a:ext uri="{FF2B5EF4-FFF2-40B4-BE49-F238E27FC236}">
                <a16:creationId xmlns:a16="http://schemas.microsoft.com/office/drawing/2014/main" id="{3A66B1A8-66BC-4834-9397-19290233A0F8}"/>
              </a:ext>
            </a:extLst>
          </p:cNvPr>
          <p:cNvSpPr/>
          <p:nvPr/>
        </p:nvSpPr>
        <p:spPr>
          <a:xfrm>
            <a:off x="311657" y="3004463"/>
            <a:ext cx="2808061" cy="26436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correcta</a:t>
            </a:r>
          </a:p>
        </p:txBody>
      </p:sp>
      <p:sp>
        <p:nvSpPr>
          <p:cNvPr id="5" name="CAPTURA PENDIENTE - Inicio del cliente">
            <a:extLst>
              <a:ext uri="{FF2B5EF4-FFF2-40B4-BE49-F238E27FC236}">
                <a16:creationId xmlns:a16="http://schemas.microsoft.com/office/drawing/2014/main" id="{177E390A-90F6-42BA-A0CF-1B58A0837155}"/>
              </a:ext>
            </a:extLst>
          </p:cNvPr>
          <p:cNvSpPr/>
          <p:nvPr/>
        </p:nvSpPr>
        <p:spPr>
          <a:xfrm>
            <a:off x="3227647" y="1933668"/>
            <a:ext cx="2868295" cy="8032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Inicio del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663269E7-24D7-4AA2-A226-27FB469FF3D9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3E48AA06-D457-4923-9F04-A4D9C744287E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43BF684B-EF2E-4949-AFE7-D0BD1F0D762A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111AEBB2-3286-4EF1-88DC-095C99C56314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FE6003C-75DA-45A6-B0A3-DFE0CFC4C742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FD6BCCEA-27B7-4124-B944-480E5C1E86BF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de inicio de sesión del escritorio">
            <a:extLst>
              <a:ext uri="{FF2B5EF4-FFF2-40B4-BE49-F238E27FC236}">
                <a16:creationId xmlns:a16="http://schemas.microsoft.com/office/drawing/2014/main" id="{091CA7AD-0B4C-4DD1-82AB-5CD1430BF9D4}"/>
              </a:ext>
            </a:extLst>
          </p:cNvPr>
          <p:cNvSpPr/>
          <p:nvPr/>
        </p:nvSpPr>
        <p:spPr>
          <a:xfrm>
            <a:off x="581192" y="2329030"/>
            <a:ext cx="5218973" cy="333666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de inicio de sesión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Formulario de conversión del escritorio">
            <a:extLst>
              <a:ext uri="{FF2B5EF4-FFF2-40B4-BE49-F238E27FC236}">
                <a16:creationId xmlns:a16="http://schemas.microsoft.com/office/drawing/2014/main" id="{8127F732-C93D-4E2A-B778-8E58DD31545F}"/>
              </a:ext>
            </a:extLst>
          </p:cNvPr>
          <p:cNvSpPr/>
          <p:nvPr/>
        </p:nvSpPr>
        <p:spPr>
          <a:xfrm>
            <a:off x="1131103" y="2513572"/>
            <a:ext cx="3898097" cy="311626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de conversión del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JavaScript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 Jetty y Servlets">
            <a:extLst>
              <a:ext uri="{FF2B5EF4-FFF2-40B4-BE49-F238E27FC236}">
                <a16:creationId xmlns:a16="http://schemas.microsoft.com/office/drawing/2014/main" id="{1ED333B1-B57A-47DA-B5B8-5256D401FF3B}"/>
              </a:ext>
            </a:extLst>
          </p:cNvPr>
          <p:cNvSpPr/>
          <p:nvPr/>
        </p:nvSpPr>
        <p:spPr>
          <a:xfrm>
            <a:off x="3863999" y="3524211"/>
            <a:ext cx="4959666" cy="303795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Jetty y Servlets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structura del cliente web">
            <a:extLst>
              <a:ext uri="{FF2B5EF4-FFF2-40B4-BE49-F238E27FC236}">
                <a16:creationId xmlns:a16="http://schemas.microsoft.com/office/drawing/2014/main" id="{D4EC0DD7-0BA2-43B1-9C3E-B21DA267F73A}"/>
              </a:ext>
            </a:extLst>
          </p:cNvPr>
          <p:cNvSpPr/>
          <p:nvPr/>
        </p:nvSpPr>
        <p:spPr>
          <a:xfrm>
            <a:off x="1211356" y="3839056"/>
            <a:ext cx="2095500" cy="56197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sp>
        <p:nvSpPr>
          <p:cNvPr id="2" name="CAPTURA PENDIENTE - Formulario y respuesta del cliente web">
            <a:extLst>
              <a:ext uri="{FF2B5EF4-FFF2-40B4-BE49-F238E27FC236}">
                <a16:creationId xmlns:a16="http://schemas.microsoft.com/office/drawing/2014/main" id="{50F1EE2D-3E68-4D94-93CB-4966AFFED2EE}"/>
              </a:ext>
            </a:extLst>
          </p:cNvPr>
          <p:cNvSpPr/>
          <p:nvPr/>
        </p:nvSpPr>
        <p:spPr>
          <a:xfrm>
            <a:off x="3679277" y="3132944"/>
            <a:ext cx="3959600" cy="354539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Formulario y respuesta del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web de conversión">
            <a:extLst>
              <a:ext uri="{FF2B5EF4-FFF2-40B4-BE49-F238E27FC236}">
                <a16:creationId xmlns:a16="http://schemas.microsoft.com/office/drawing/2014/main" id="{5324AC23-B32E-46E5-90FD-3A5E7DF924FA}"/>
              </a:ext>
            </a:extLst>
          </p:cNvPr>
          <p:cNvSpPr/>
          <p:nvPr/>
        </p:nvSpPr>
        <p:spPr>
          <a:xfrm>
            <a:off x="841168" y="3132944"/>
            <a:ext cx="1448002" cy="90500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web de inicio de sesión">
            <a:extLst>
              <a:ext uri="{FF2B5EF4-FFF2-40B4-BE49-F238E27FC236}">
                <a16:creationId xmlns:a16="http://schemas.microsoft.com/office/drawing/2014/main" id="{3F838D8B-14B2-4CD8-9567-BA215EFD5B81}"/>
              </a:ext>
            </a:extLst>
          </p:cNvPr>
          <p:cNvSpPr/>
          <p:nvPr/>
        </p:nvSpPr>
        <p:spPr>
          <a:xfrm>
            <a:off x="2804070" y="2850777"/>
            <a:ext cx="4143559" cy="370870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web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liente web ejecutándose en el navegador">
            <a:extLst>
              <a:ext uri="{FF2B5EF4-FFF2-40B4-BE49-F238E27FC236}">
                <a16:creationId xmlns:a16="http://schemas.microsoft.com/office/drawing/2014/main" id="{3BC82B9D-141E-4A6F-B487-EA586761DCF3}"/>
              </a:ext>
            </a:extLst>
          </p:cNvPr>
          <p:cNvSpPr/>
          <p:nvPr/>
        </p:nvSpPr>
        <p:spPr>
          <a:xfrm>
            <a:off x="3135268" y="3257334"/>
            <a:ext cx="3200847" cy="3086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Cliente web ejecutándose en el navegador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Autenticación en el cliente web">
            <a:extLst>
              <a:ext uri="{FF2B5EF4-FFF2-40B4-BE49-F238E27FC236}">
                <a16:creationId xmlns:a16="http://schemas.microsoft.com/office/drawing/2014/main" id="{C394E801-C15E-45DC-B260-08AA3ABADAE5}"/>
              </a:ext>
            </a:extLst>
          </p:cNvPr>
          <p:cNvSpPr/>
          <p:nvPr/>
        </p:nvSpPr>
        <p:spPr>
          <a:xfrm>
            <a:off x="803359" y="2804085"/>
            <a:ext cx="5399405" cy="2755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Autenticación en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versión realizada desde el cliente web">
            <a:extLst>
              <a:ext uri="{FF2B5EF4-FFF2-40B4-BE49-F238E27FC236}">
                <a16:creationId xmlns:a16="http://schemas.microsoft.com/office/drawing/2014/main" id="{9BC455B7-E39D-443C-87AE-7A64222F6181}"/>
              </a:ext>
            </a:extLst>
          </p:cNvPr>
          <p:cNvSpPr/>
          <p:nvPr/>
        </p:nvSpPr>
        <p:spPr>
          <a:xfrm>
            <a:off x="3686896" y="2718547"/>
            <a:ext cx="5399405" cy="28194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Conversión realizada desde el cliente web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50C86C09-A255-49F6-9411-BB349FB96D6B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25DA522F-0895-4629-81B9-37D7BCB50BF3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554899BC-2CDC-4865-BB5B-01E3D2D8969A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112061D5-DCD0-40EF-968A-DFC2D04FA81D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4B592B61-C742-4195-8165-417B6E42D4FC}"/>
              </a:ext>
            </a:extLst>
          </p:cNvPr>
          <p:cNvSpPr/>
          <p:nvPr/>
        </p:nvSpPr>
        <p:spPr>
          <a:xfrm>
            <a:off x="4980331" y="371094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HTTP JSON del móvil">
            <a:extLst>
              <a:ext uri="{FF2B5EF4-FFF2-40B4-BE49-F238E27FC236}">
                <a16:creationId xmlns:a16="http://schemas.microsoft.com/office/drawing/2014/main" id="{E833F513-8033-4416-9E1E-E4BA1533EA86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HTTP/JSON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5D2BE896-C9D6-4451-8421-875BD8CFF0FD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19BF357B-B2D4-4484-A803-3A3A0B58DA81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F7F24898-5E29-416B-B91C-F98BB55D46E4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2D123914-A870-495A-8538-9F7179BF353B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Java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Julio Enrique Viche Castillo</dc:creator>
  <cp:lastModifiedBy>Julio Enrique Viche Castillo</cp:lastModifiedBy>
  <cp:revision>6</cp:revision>
  <dcterms:created xsi:type="dcterms:W3CDTF">2026-10-28T05:41:41Z</dcterms:created>
  <dcterms:modified xsi:type="dcterms:W3CDTF">2026-10-28T05:41:41Z</dcterms:modified>
</cp:coreProperties>
</file>