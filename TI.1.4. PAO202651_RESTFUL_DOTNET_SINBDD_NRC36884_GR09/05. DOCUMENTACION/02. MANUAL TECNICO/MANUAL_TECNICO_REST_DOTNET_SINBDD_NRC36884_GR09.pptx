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85532e5af546fe" /><Relationship Type="http://schemas.openxmlformats.org/officeDocument/2006/relationships/extended-properties" Target="/docProps/app.xml" Id="R718a10ef3f6349e9" /><Relationship Type="http://schemas.openxmlformats.org/officeDocument/2006/relationships/officeDocument" Target="/ppt/presentation.xml" Id="R72e63f1cc7034234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50d4eae6c88441a9"/>
  </p:sldMasterIdLst>
  <p:notesMasterIdLst>
    <p:notesMasterId xmlns:r="http://schemas.openxmlformats.org/officeDocument/2006/relationships" r:id="R3a20c9e0e8c04477"/>
  </p:notesMasterIdLst>
  <p:sldIdLst>
    <p:sldId xmlns:r="http://schemas.openxmlformats.org/officeDocument/2006/relationships" id="256" r:id="R6b153117d78446b9"/>
    <p:sldId xmlns:r="http://schemas.openxmlformats.org/officeDocument/2006/relationships" id="257" r:id="Radd227d4e49a44c5"/>
    <p:sldId xmlns:r="http://schemas.openxmlformats.org/officeDocument/2006/relationships" id="258" r:id="R46b6a3367855407e"/>
    <p:sldId xmlns:r="http://schemas.openxmlformats.org/officeDocument/2006/relationships" id="259" r:id="R1bb44c182c9b4d75"/>
    <p:sldId xmlns:r="http://schemas.openxmlformats.org/officeDocument/2006/relationships" id="260" r:id="R0f7b187ebbc4424f"/>
    <p:sldId xmlns:r="http://schemas.openxmlformats.org/officeDocument/2006/relationships" id="261" r:id="R22bf0cb77b824022"/>
    <p:sldId xmlns:r="http://schemas.openxmlformats.org/officeDocument/2006/relationships" id="262" r:id="R775c46806b394532"/>
    <p:sldId xmlns:r="http://schemas.openxmlformats.org/officeDocument/2006/relationships" id="263" r:id="Re032271233034f62"/>
    <p:sldId xmlns:r="http://schemas.openxmlformats.org/officeDocument/2006/relationships" id="264" r:id="R1bcf918c100a4fb7"/>
    <p:sldId xmlns:r="http://schemas.openxmlformats.org/officeDocument/2006/relationships" id="265" r:id="R4b97b29df4fe4244"/>
    <p:sldId xmlns:r="http://schemas.openxmlformats.org/officeDocument/2006/relationships" id="266" r:id="R9dde1159abd9477a"/>
    <p:sldId xmlns:r="http://schemas.openxmlformats.org/officeDocument/2006/relationships" id="267" r:id="Redebd8cd6a1547ed"/>
    <p:sldId xmlns:r="http://schemas.openxmlformats.org/officeDocument/2006/relationships" id="268" r:id="Rf0bafc518f5d44c4"/>
    <p:sldId xmlns:r="http://schemas.openxmlformats.org/officeDocument/2006/relationships" id="269" r:id="Rcebe1e96fc3e4357"/>
    <p:sldId xmlns:r="http://schemas.openxmlformats.org/officeDocument/2006/relationships" id="270" r:id="Rcb15994d1b0d4d68"/>
    <p:sldId xmlns:r="http://schemas.openxmlformats.org/officeDocument/2006/relationships" id="271" r:id="R61c881b84e584550"/>
    <p:sldId xmlns:r="http://schemas.openxmlformats.org/officeDocument/2006/relationships" id="272" r:id="Ra3340c21bd584d69"/>
    <p:sldId xmlns:r="http://schemas.openxmlformats.org/officeDocument/2006/relationships" id="273" r:id="Ra5d2670c859a47f8"/>
    <p:sldId xmlns:r="http://schemas.openxmlformats.org/officeDocument/2006/relationships" id="274" r:id="R39c424837641430a"/>
    <p:sldId xmlns:r="http://schemas.openxmlformats.org/officeDocument/2006/relationships" id="275" r:id="Rd61ad5d6b7d14f06"/>
    <p:sldId xmlns:r="http://schemas.openxmlformats.org/officeDocument/2006/relationships" id="276" r:id="Ra57aba8cbbad41a4"/>
    <p:sldId xmlns:r="http://schemas.openxmlformats.org/officeDocument/2006/relationships" id="277" r:id="R5e05ece13d2a434a"/>
    <p:sldId xmlns:r="http://schemas.openxmlformats.org/officeDocument/2006/relationships" id="278" r:id="Rd8191238655d4a1c"/>
    <p:sldId xmlns:r="http://schemas.openxmlformats.org/officeDocument/2006/relationships" id="279" r:id="R4b1ce800923e4ac0"/>
    <p:sldId xmlns:r="http://schemas.openxmlformats.org/officeDocument/2006/relationships" id="280" r:id="R0bac0d68247645c0"/>
    <p:sldId xmlns:r="http://schemas.openxmlformats.org/officeDocument/2006/relationships" id="281" r:id="Raaffe331d85c4b23"/>
    <p:sldId xmlns:r="http://schemas.openxmlformats.org/officeDocument/2006/relationships" id="282" r:id="Re7fa178fc2574d9d"/>
    <p:sldId xmlns:r="http://schemas.openxmlformats.org/officeDocument/2006/relationships" id="283" r:id="Rd14089050eef40bd"/>
    <p:sldId xmlns:r="http://schemas.openxmlformats.org/officeDocument/2006/relationships" id="284" r:id="Re0eb350ecf914dfd"/>
    <p:sldId xmlns:r="http://schemas.openxmlformats.org/officeDocument/2006/relationships" id="285" r:id="Rd4fad2a6589b4747"/>
  </p:sldIdLst>
  <p:sldSz cx="12192000" cy="6858000"/>
  <p:notesSz cx="6858000" cy="9144000"/>
  <p:embeddedFontLst>
    <p:embeddedFont>
      <p:font typeface="Calibri"/>
      <p:regular xmlns:r="http://schemas.openxmlformats.org/officeDocument/2006/relationships" r:id="R67cd57db03f94fbb"/>
      <p:bold xmlns:r="http://schemas.openxmlformats.org/officeDocument/2006/relationships" r:id="Rd4ad958db28540f7"/>
      <p:italic xmlns:r="http://schemas.openxmlformats.org/officeDocument/2006/relationships" r:id="R2aed4ea117214439"/>
      <p:boldItalic xmlns:r="http://schemas.openxmlformats.org/officeDocument/2006/relationships" r:id="Rfcbbcb9f71c3409e"/>
    </p:embeddedFont>
    <p:embeddedFont>
      <p:font typeface="Cambria"/>
      <p:regular xmlns:r="http://schemas.openxmlformats.org/officeDocument/2006/relationships" r:id="R4da5bc9330eb440f"/>
      <p:bold xmlns:r="http://schemas.openxmlformats.org/officeDocument/2006/relationships" r:id="R116778ef36484e57"/>
      <p:italic xmlns:r="http://schemas.openxmlformats.org/officeDocument/2006/relationships" r:id="Re259e774168d4594"/>
      <p:boldItalic xmlns:r="http://schemas.openxmlformats.org/officeDocument/2006/relationships" r:id="R5da13fa58db94cf5"/>
    </p:embeddedFont>
    <p:embeddedFont>
      <p:font typeface="Gill Sans"/>
      <p:regular xmlns:r="http://schemas.openxmlformats.org/officeDocument/2006/relationships" r:id="R7a3d13805fe34f7c"/>
      <p:bold xmlns:r="http://schemas.openxmlformats.org/officeDocument/2006/relationships" r:id="R5edb4640b7674f39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154d4351844784" /><Relationship Type="http://schemas.openxmlformats.org/officeDocument/2006/relationships/slideMaster" Target="/ppt/slideMasters/slideMaster1.xml" Id="R50d4eae6c88441a9" /><Relationship Type="http://schemas.openxmlformats.org/officeDocument/2006/relationships/notesMaster" Target="/ppt/notesMasters/notesMaster1.xml" Id="R3a20c9e0e8c04477" /><Relationship Type="http://schemas.openxmlformats.org/officeDocument/2006/relationships/presProps" Target="/ppt/presProps.xml" Id="R0a52669a08094452" /><Relationship Type="http://schemas.openxmlformats.org/officeDocument/2006/relationships/viewProps" Target="/ppt/viewProps.xml" Id="R0d92968c57bf43e8" /><Relationship Type="http://schemas.openxmlformats.org/officeDocument/2006/relationships/tableStyles" Target="/ppt/tableStyles.xml" Id="Rdc1407d716f54ab4" /><Relationship Type="http://schemas.openxmlformats.org/officeDocument/2006/relationships/font" Target="/ppt/fonts/font.dat" Id="R67cd57db03f94fbb" /><Relationship Type="http://schemas.openxmlformats.org/officeDocument/2006/relationships/font" Target="/ppt/fonts/font2.dat" Id="Rd4ad958db28540f7" /><Relationship Type="http://schemas.openxmlformats.org/officeDocument/2006/relationships/font" Target="/ppt/fonts/font3.dat" Id="R2aed4ea117214439" /><Relationship Type="http://schemas.openxmlformats.org/officeDocument/2006/relationships/font" Target="/ppt/fonts/font4.dat" Id="Rfcbbcb9f71c3409e" /><Relationship Type="http://schemas.openxmlformats.org/officeDocument/2006/relationships/font" Target="/ppt/fonts/font5.dat" Id="R4da5bc9330eb440f" /><Relationship Type="http://schemas.openxmlformats.org/officeDocument/2006/relationships/font" Target="/ppt/fonts/font6.dat" Id="R116778ef36484e57" /><Relationship Type="http://schemas.openxmlformats.org/officeDocument/2006/relationships/font" Target="/ppt/fonts/font7.dat" Id="Re259e774168d4594" /><Relationship Type="http://schemas.openxmlformats.org/officeDocument/2006/relationships/font" Target="/ppt/fonts/font8.dat" Id="R5da13fa58db94cf5" /><Relationship Type="http://schemas.openxmlformats.org/officeDocument/2006/relationships/font" Target="/ppt/fonts/font9.dat" Id="R7a3d13805fe34f7c" /><Relationship Type="http://schemas.openxmlformats.org/officeDocument/2006/relationships/font" Target="/ppt/fonts/font10.dat" Id="R5edb4640b7674f39" /><Relationship Type="http://schemas.openxmlformats.org/officeDocument/2006/relationships/slide" Target="/ppt/slides/slide1.xml" Id="R6b153117d78446b9" /><Relationship Type="http://schemas.openxmlformats.org/officeDocument/2006/relationships/slide" Target="/ppt/slides/slide2.xml" Id="Radd227d4e49a44c5" /><Relationship Type="http://schemas.openxmlformats.org/officeDocument/2006/relationships/slide" Target="/ppt/slides/slide3.xml" Id="R46b6a3367855407e" /><Relationship Type="http://schemas.openxmlformats.org/officeDocument/2006/relationships/slide" Target="/ppt/slides/slide4.xml" Id="R1bb44c182c9b4d75" /><Relationship Type="http://schemas.openxmlformats.org/officeDocument/2006/relationships/slide" Target="/ppt/slides/slide5.xml" Id="R0f7b187ebbc4424f" /><Relationship Type="http://schemas.openxmlformats.org/officeDocument/2006/relationships/slide" Target="/ppt/slides/slide6.xml" Id="R22bf0cb77b824022" /><Relationship Type="http://schemas.openxmlformats.org/officeDocument/2006/relationships/slide" Target="/ppt/slides/slide7.xml" Id="R775c46806b394532" /><Relationship Type="http://schemas.openxmlformats.org/officeDocument/2006/relationships/slide" Target="/ppt/slides/slide8.xml" Id="Re032271233034f62" /><Relationship Type="http://schemas.openxmlformats.org/officeDocument/2006/relationships/slide" Target="/ppt/slides/slide9.xml" Id="R1bcf918c100a4fb7" /><Relationship Type="http://schemas.openxmlformats.org/officeDocument/2006/relationships/slide" Target="/ppt/slides/slide10.xml" Id="R4b97b29df4fe4244" /><Relationship Type="http://schemas.openxmlformats.org/officeDocument/2006/relationships/slide" Target="/ppt/slides/slide11.xml" Id="R9dde1159abd9477a" /><Relationship Type="http://schemas.openxmlformats.org/officeDocument/2006/relationships/slide" Target="/ppt/slides/slide12.xml" Id="Redebd8cd6a1547ed" /><Relationship Type="http://schemas.openxmlformats.org/officeDocument/2006/relationships/slide" Target="/ppt/slides/slide13.xml" Id="Rf0bafc518f5d44c4" /><Relationship Type="http://schemas.openxmlformats.org/officeDocument/2006/relationships/slide" Target="/ppt/slides/slide14.xml" Id="Rcebe1e96fc3e4357" /><Relationship Type="http://schemas.openxmlformats.org/officeDocument/2006/relationships/slide" Target="/ppt/slides/slide15.xml" Id="Rcb15994d1b0d4d68" /><Relationship Type="http://schemas.openxmlformats.org/officeDocument/2006/relationships/slide" Target="/ppt/slides/slide16.xml" Id="R61c881b84e584550" /><Relationship Type="http://schemas.openxmlformats.org/officeDocument/2006/relationships/slide" Target="/ppt/slides/slide17.xml" Id="Ra3340c21bd584d69" /><Relationship Type="http://schemas.openxmlformats.org/officeDocument/2006/relationships/slide" Target="/ppt/slides/slide18.xml" Id="Ra5d2670c859a47f8" /><Relationship Type="http://schemas.openxmlformats.org/officeDocument/2006/relationships/slide" Target="/ppt/slides/slide19.xml" Id="R39c424837641430a" /><Relationship Type="http://schemas.openxmlformats.org/officeDocument/2006/relationships/slide" Target="/ppt/slides/slide20.xml" Id="Rd61ad5d6b7d14f06" /><Relationship Type="http://schemas.openxmlformats.org/officeDocument/2006/relationships/slide" Target="/ppt/slides/slide21.xml" Id="Ra57aba8cbbad41a4" /><Relationship Type="http://schemas.openxmlformats.org/officeDocument/2006/relationships/slide" Target="/ppt/slides/slide22.xml" Id="R5e05ece13d2a434a" /><Relationship Type="http://schemas.openxmlformats.org/officeDocument/2006/relationships/slide" Target="/ppt/slides/slide23.xml" Id="Rd8191238655d4a1c" /><Relationship Type="http://schemas.openxmlformats.org/officeDocument/2006/relationships/slide" Target="/ppt/slides/slide24.xml" Id="R4b1ce800923e4ac0" /><Relationship Type="http://schemas.openxmlformats.org/officeDocument/2006/relationships/slide" Target="/ppt/slides/slide25.xml" Id="R0bac0d68247645c0" /><Relationship Type="http://schemas.openxmlformats.org/officeDocument/2006/relationships/slide" Target="/ppt/slides/slide26.xml" Id="Raaffe331d85c4b23" /><Relationship Type="http://schemas.openxmlformats.org/officeDocument/2006/relationships/slide" Target="/ppt/slides/slide27.xml" Id="Re7fa178fc2574d9d" /><Relationship Type="http://schemas.openxmlformats.org/officeDocument/2006/relationships/slide" Target="/ppt/slides/slide28.xml" Id="Rd14089050eef40bd" /><Relationship Type="http://schemas.openxmlformats.org/officeDocument/2006/relationships/slide" Target="/ppt/slides/slide29.xml" Id="Re0eb350ecf914dfd" /><Relationship Type="http://schemas.openxmlformats.org/officeDocument/2006/relationships/slide" Target="/ppt/slides/slide30.xml" Id="Rd4fad2a6589b47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12b90065b34d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20727289e74064" /><Relationship Type="http://schemas.openxmlformats.org/officeDocument/2006/relationships/notesMaster" Target="/ppt/notesMasters/notesMaster1.xml" Id="Rf7649b8f7fed46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6c22356d7a4254" /><Relationship Type="http://schemas.openxmlformats.org/officeDocument/2006/relationships/notesMaster" Target="/ppt/notesMasters/notesMaster1.xml" Id="Rc0c9c4f221b5480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fb3b1863a049bd" /><Relationship Type="http://schemas.openxmlformats.org/officeDocument/2006/relationships/notesMaster" Target="/ppt/notesMasters/notesMaster1.xml" Id="Ra5a03917d45a42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6cac33bf9e4e33" /><Relationship Type="http://schemas.openxmlformats.org/officeDocument/2006/relationships/notesMaster" Target="/ppt/notesMasters/notesMaster1.xml" Id="R6c81beaa2ad045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c9991830e94538" /><Relationship Type="http://schemas.openxmlformats.org/officeDocument/2006/relationships/notesMaster" Target="/ppt/notesMasters/notesMaster1.xml" Id="R88682185a4e3452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22d67088fd48ce" /><Relationship Type="http://schemas.openxmlformats.org/officeDocument/2006/relationships/notesMaster" Target="/ppt/notesMasters/notesMaster1.xml" Id="R6986368966f24c0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a0fe2f6a824a80" /><Relationship Type="http://schemas.openxmlformats.org/officeDocument/2006/relationships/notesMaster" Target="/ppt/notesMasters/notesMaster1.xml" Id="Rf8c36903c0b64b4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1458718b554cf0" /><Relationship Type="http://schemas.openxmlformats.org/officeDocument/2006/relationships/notesMaster" Target="/ppt/notesMasters/notesMaster1.xml" Id="R5bfb83f104c148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25d5236af9423e" /><Relationship Type="http://schemas.openxmlformats.org/officeDocument/2006/relationships/notesMaster" Target="/ppt/notesMasters/notesMaster1.xml" Id="R1d3f52b1fff04cb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b71d2f577d448d" /><Relationship Type="http://schemas.openxmlformats.org/officeDocument/2006/relationships/notesMaster" Target="/ppt/notesMasters/notesMaster1.xml" Id="Ra9100b48708443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c9f1113e4a04c63" /><Relationship Type="http://schemas.openxmlformats.org/officeDocument/2006/relationships/notesMaster" Target="/ppt/notesMasters/notesMaster1.xml" Id="R432ec3e4c4aa424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72bdaae45484a09" /><Relationship Type="http://schemas.openxmlformats.org/officeDocument/2006/relationships/notesMaster" Target="/ppt/notesMasters/notesMaster1.xml" Id="Rf58b36294a9e4ae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7192927a004969" /><Relationship Type="http://schemas.openxmlformats.org/officeDocument/2006/relationships/notesMaster" Target="/ppt/notesMasters/notesMaster1.xml" Id="R5b0851d9666c4e2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c3114b25698465e" /><Relationship Type="http://schemas.openxmlformats.org/officeDocument/2006/relationships/notesMaster" Target="/ppt/notesMasters/notesMaster1.xml" Id="Rc0b6947c90cb4f5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1f46c30599043d4" /><Relationship Type="http://schemas.openxmlformats.org/officeDocument/2006/relationships/notesMaster" Target="/ppt/notesMasters/notesMaster1.xml" Id="Rbdc233bc779d476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68b52d2d7774a1c" /><Relationship Type="http://schemas.openxmlformats.org/officeDocument/2006/relationships/notesMaster" Target="/ppt/notesMasters/notesMaster1.xml" Id="Rd13058a8e0de417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ff8d0f54230458d" /><Relationship Type="http://schemas.openxmlformats.org/officeDocument/2006/relationships/notesMaster" Target="/ppt/notesMasters/notesMaster1.xml" Id="Rc5e43a54e712416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099467f189c45ee" /><Relationship Type="http://schemas.openxmlformats.org/officeDocument/2006/relationships/notesMaster" Target="/ppt/notesMasters/notesMaster1.xml" Id="Rc96df58bff154a4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fb3f627df3b4e96" /><Relationship Type="http://schemas.openxmlformats.org/officeDocument/2006/relationships/notesMaster" Target="/ppt/notesMasters/notesMaster1.xml" Id="Rb09f5037894b420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8f8786deadf4134" /><Relationship Type="http://schemas.openxmlformats.org/officeDocument/2006/relationships/notesMaster" Target="/ppt/notesMasters/notesMaster1.xml" Id="Rf1a2857621514d0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ad3e8a076b7411b" /><Relationship Type="http://schemas.openxmlformats.org/officeDocument/2006/relationships/notesMaster" Target="/ppt/notesMasters/notesMaster1.xml" Id="R4736e5567c14444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153b55926dd4fbe" /><Relationship Type="http://schemas.openxmlformats.org/officeDocument/2006/relationships/notesMaster" Target="/ppt/notesMasters/notesMaster1.xml" Id="Ra3fa6c27ff894a8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45be731e037433d" /><Relationship Type="http://schemas.openxmlformats.org/officeDocument/2006/relationships/notesMaster" Target="/ppt/notesMasters/notesMaster1.xml" Id="R597e1c343bce41c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59d260de8074702" /><Relationship Type="http://schemas.openxmlformats.org/officeDocument/2006/relationships/notesMaster" Target="/ppt/notesMasters/notesMaster1.xml" Id="R8ecc66f46a514aa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70ac8999bf6499f" /><Relationship Type="http://schemas.openxmlformats.org/officeDocument/2006/relationships/notesMaster" Target="/ppt/notesMasters/notesMaster1.xml" Id="R78f53efaa202481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4a114a2ff694d3a" /><Relationship Type="http://schemas.openxmlformats.org/officeDocument/2006/relationships/notesMaster" Target="/ppt/notesMasters/notesMaster1.xml" Id="R045824346b454a2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4572fc6984f4305" /><Relationship Type="http://schemas.openxmlformats.org/officeDocument/2006/relationships/notesMaster" Target="/ppt/notesMasters/notesMaster1.xml" Id="Rf2b8e68b32ef487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e8cac0185af47eb" /><Relationship Type="http://schemas.openxmlformats.org/officeDocument/2006/relationships/notesMaster" Target="/ppt/notesMasters/notesMaster1.xml" Id="R2c9dc64abab04c5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85874a246aa460b" /><Relationship Type="http://schemas.openxmlformats.org/officeDocument/2006/relationships/notesMaster" Target="/ppt/notesMasters/notesMaster1.xml" Id="R83e7e11e1db2478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0f1e537cc7c4597" /><Relationship Type="http://schemas.openxmlformats.org/officeDocument/2006/relationships/notesMaster" Target="/ppt/notesMasters/notesMaster1.xml" Id="R8f4c2ea65e6c41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e68aef047b4d3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f10fef32fa48d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46109780b6483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08687b8d6b40f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5314ca52f6478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c8a9423107458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f8faab34884a4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f6c814b4a54e0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f2fcaa480446d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a2a8d7262b440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04a5c4539b42ee" /></Relationships>
</file>

<file path=ppt/slideLayouts/slideLayout1.xml><?xml version="1.0" encoding="utf-8"?>
<p:sldLayout xmlns:p="http://schemas.openxmlformats.org/presentationml/2006/main" matchingName="Diapositiva de título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45">
            <a:extLst xmlns:a="http://schemas.openxmlformats.org/drawingml/2006/main">
              <a:ext uri="{FF2B5EF4-FFF2-40B4-BE49-F238E27FC236}">
                <a16:creationId xmlns:a16="http://schemas.microsoft.com/office/drawing/2014/main" id="{857B8174-2780-4A66-8396-754A1AFC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3085765"/>
            <a:ext cx="11262866" cy="3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Google Shape;16;p45">
            <a:extLst xmlns:a="http://schemas.openxmlformats.org/drawingml/2006/main">
              <a:ext uri="{FF2B5EF4-FFF2-40B4-BE49-F238E27FC236}">
                <a16:creationId xmlns:a16="http://schemas.microsoft.com/office/drawing/2014/main" id="{F38C723B-7667-404A-A61A-CB6A17410E3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81191" y="1020431"/>
            <a:ext cx="10993549" cy="1475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" name="Google Shape;17;p45">
            <a:extLst xmlns:a="http://schemas.openxmlformats.org/drawingml/2006/main">
              <a:ext uri="{FF2B5EF4-FFF2-40B4-BE49-F238E27FC236}">
                <a16:creationId xmlns:a16="http://schemas.microsoft.com/office/drawing/2014/main" id="{3FCCA903-0AC5-48E9-9059-D318E5DF89E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81194" y="2495445"/>
            <a:ext cx="10993546" cy="5903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45">
            <a:extLst xmlns:a="http://schemas.openxmlformats.org/drawingml/2006/main">
              <a:ext uri="{FF2B5EF4-FFF2-40B4-BE49-F238E27FC236}">
                <a16:creationId xmlns:a16="http://schemas.microsoft.com/office/drawing/2014/main" id="{587801B0-6EF3-47C3-937C-4945753CD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45">
            <a:extLst xmlns:a="http://schemas.openxmlformats.org/drawingml/2006/main">
              <a:ext uri="{FF2B5EF4-FFF2-40B4-BE49-F238E27FC236}">
                <a16:creationId xmlns:a16="http://schemas.microsoft.com/office/drawing/2014/main" id="{BC1E549C-D8E4-4A3D-AEC4-629E0327CB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" name="Google Shape;20;p45">
            <a:extLst xmlns:a="http://schemas.openxmlformats.org/drawingml/2006/main">
              <a:ext uri="{FF2B5EF4-FFF2-40B4-BE49-F238E27FC236}">
                <a16:creationId xmlns:a16="http://schemas.microsoft.com/office/drawing/2014/main" id="{EE8E04C5-663E-42E2-82AE-0A96F503AF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1644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ítulo y objetos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46">
            <a:extLst xmlns:a="http://schemas.openxmlformats.org/drawingml/2006/main">
              <a:ext uri="{FF2B5EF4-FFF2-40B4-BE49-F238E27FC236}">
                <a16:creationId xmlns:a16="http://schemas.microsoft.com/office/drawing/2014/main" id="{5DCDCA39-4AD1-4A49-BB25-4138AE09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Google Shape;23;p46">
            <a:extLst xmlns:a="http://schemas.openxmlformats.org/drawingml/2006/main">
              <a:ext uri="{FF2B5EF4-FFF2-40B4-BE49-F238E27FC236}">
                <a16:creationId xmlns:a16="http://schemas.microsoft.com/office/drawing/2014/main" id="{4805DB81-D23F-4EEA-8501-981A4D1EAA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46">
            <a:extLst xmlns:a="http://schemas.openxmlformats.org/drawingml/2006/main">
              <a:ext uri="{FF2B5EF4-FFF2-40B4-BE49-F238E27FC236}">
                <a16:creationId xmlns:a16="http://schemas.microsoft.com/office/drawing/2014/main" id="{C64DB8AB-DBC3-42F7-A32C-A8894476C1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11029615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46">
            <a:extLst xmlns:a="http://schemas.openxmlformats.org/drawingml/2006/main">
              <a:ext uri="{FF2B5EF4-FFF2-40B4-BE49-F238E27FC236}">
                <a16:creationId xmlns:a16="http://schemas.microsoft.com/office/drawing/2014/main" id="{82BEF851-2B4E-4DE2-96C1-E1A76FA395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46">
            <a:extLst xmlns:a="http://schemas.openxmlformats.org/drawingml/2006/main">
              <a:ext uri="{FF2B5EF4-FFF2-40B4-BE49-F238E27FC236}">
                <a16:creationId xmlns:a16="http://schemas.microsoft.com/office/drawing/2014/main" id="{F2F5893F-CB26-49F5-BE09-774BBE5116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7" name="Google Shape;27;p46">
            <a:extLst xmlns:a="http://schemas.openxmlformats.org/drawingml/2006/main">
              <a:ext uri="{FF2B5EF4-FFF2-40B4-BE49-F238E27FC236}">
                <a16:creationId xmlns:a16="http://schemas.microsoft.com/office/drawing/2014/main" id="{35CAF990-6FAD-4AD4-B067-4D912164AA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08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Encabezado de sección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47">
            <a:extLst xmlns:a="http://schemas.openxmlformats.org/drawingml/2006/main">
              <a:ext uri="{FF2B5EF4-FFF2-40B4-BE49-F238E27FC236}">
                <a16:creationId xmlns:a16="http://schemas.microsoft.com/office/drawing/2014/main" id="{B2231AB9-3E94-4BBC-84DE-0CAB234E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4"/>
            <a:ext cx="11290860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Google Shape;30;p47">
            <a:extLst xmlns:a="http://schemas.openxmlformats.org/drawingml/2006/main">
              <a:ext uri="{FF2B5EF4-FFF2-40B4-BE49-F238E27FC236}">
                <a16:creationId xmlns:a16="http://schemas.microsoft.com/office/drawing/2014/main" id="{4CAF9989-CB1A-4A4F-A432-1FE1ED4754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3043910"/>
            <a:ext cx="11029615" cy="1497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47">
            <a:extLst xmlns:a="http://schemas.openxmlformats.org/drawingml/2006/main">
              <a:ext uri="{FF2B5EF4-FFF2-40B4-BE49-F238E27FC236}">
                <a16:creationId xmlns:a16="http://schemas.microsoft.com/office/drawing/2014/main" id="{39ACC0B9-9936-41A4-8FDE-4EB7C8EB9D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4541417"/>
            <a:ext cx="11029615" cy="600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47">
            <a:extLst xmlns:a="http://schemas.openxmlformats.org/drawingml/2006/main">
              <a:ext uri="{FF2B5EF4-FFF2-40B4-BE49-F238E27FC236}">
                <a16:creationId xmlns:a16="http://schemas.microsoft.com/office/drawing/2014/main" id="{C29CD527-6780-4C93-9F29-5C1BEB35A6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47">
            <a:extLst xmlns:a="http://schemas.openxmlformats.org/drawingml/2006/main">
              <a:ext uri="{FF2B5EF4-FFF2-40B4-BE49-F238E27FC236}">
                <a16:creationId xmlns:a16="http://schemas.microsoft.com/office/drawing/2014/main" id="{9216808D-2C71-4222-B66F-270305DF15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4" name="Google Shape;34;p47">
            <a:extLst xmlns:a="http://schemas.openxmlformats.org/drawingml/2006/main">
              <a:ext uri="{FF2B5EF4-FFF2-40B4-BE49-F238E27FC236}">
                <a16:creationId xmlns:a16="http://schemas.microsoft.com/office/drawing/2014/main" id="{633E6352-B604-4590-A0B0-AB72F7D2F62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Dos objetos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48">
            <a:extLst xmlns:a="http://schemas.openxmlformats.org/drawingml/2006/main">
              <a:ext uri="{FF2B5EF4-FFF2-40B4-BE49-F238E27FC236}">
                <a16:creationId xmlns:a16="http://schemas.microsoft.com/office/drawing/2014/main" id="{D0DB5246-16CA-4637-A3A3-A45ADBC9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48">
            <a:extLst xmlns:a="http://schemas.openxmlformats.org/drawingml/2006/main">
              <a:ext uri="{FF2B5EF4-FFF2-40B4-BE49-F238E27FC236}">
                <a16:creationId xmlns:a16="http://schemas.microsoft.com/office/drawing/2014/main" id="{C7686836-9C5F-497E-9D5C-215E3E42C7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48">
            <a:extLst xmlns:a="http://schemas.openxmlformats.org/drawingml/2006/main">
              <a:ext uri="{FF2B5EF4-FFF2-40B4-BE49-F238E27FC236}">
                <a16:creationId xmlns:a16="http://schemas.microsoft.com/office/drawing/2014/main" id="{D52F6B88-B188-4EA4-A83C-53708EDEEA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3" y="2228003"/>
            <a:ext cx="5422390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9" name="Google Shape;39;p48">
            <a:extLst xmlns:a="http://schemas.openxmlformats.org/drawingml/2006/main">
              <a:ext uri="{FF2B5EF4-FFF2-40B4-BE49-F238E27FC236}">
                <a16:creationId xmlns:a16="http://schemas.microsoft.com/office/drawing/2014/main" id="{A3705205-6E44-4E9B-90F8-7FDE6B28F87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88417" y="2228003"/>
            <a:ext cx="5422392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0" name="Google Shape;40;p48">
            <a:extLst xmlns:a="http://schemas.openxmlformats.org/drawingml/2006/main">
              <a:ext uri="{FF2B5EF4-FFF2-40B4-BE49-F238E27FC236}">
                <a16:creationId xmlns:a16="http://schemas.microsoft.com/office/drawing/2014/main" id="{0423D04E-FBDC-4FEC-85FA-5B326EF88C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1" name="Google Shape;41;p48">
            <a:extLst xmlns:a="http://schemas.openxmlformats.org/drawingml/2006/main">
              <a:ext uri="{FF2B5EF4-FFF2-40B4-BE49-F238E27FC236}">
                <a16:creationId xmlns:a16="http://schemas.microsoft.com/office/drawing/2014/main" id="{0865FFBB-E090-4505-8576-CEBEFD2515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2" name="Google Shape;42;p48">
            <a:extLst xmlns:a="http://schemas.openxmlformats.org/drawingml/2006/main">
              <a:ext uri="{FF2B5EF4-FFF2-40B4-BE49-F238E27FC236}">
                <a16:creationId xmlns:a16="http://schemas.microsoft.com/office/drawing/2014/main" id="{44841C29-4AE2-45E0-B622-9A3DA1923B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ació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49">
            <a:extLst xmlns:a="http://schemas.openxmlformats.org/drawingml/2006/main">
              <a:ext uri="{FF2B5EF4-FFF2-40B4-BE49-F238E27FC236}">
                <a16:creationId xmlns:a16="http://schemas.microsoft.com/office/drawing/2014/main" id="{BA8ED5C8-60C0-4D1E-A5AD-4C1B55B2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Google Shape;45;p49">
            <a:extLst xmlns:a="http://schemas.openxmlformats.org/drawingml/2006/main">
              <a:ext uri="{FF2B5EF4-FFF2-40B4-BE49-F238E27FC236}">
                <a16:creationId xmlns:a16="http://schemas.microsoft.com/office/drawing/2014/main" id="{4274D7B9-8670-42FF-BA1D-AE306E2048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6" name="Google Shape;46;p49">
            <a:extLst xmlns:a="http://schemas.openxmlformats.org/drawingml/2006/main">
              <a:ext uri="{FF2B5EF4-FFF2-40B4-BE49-F238E27FC236}">
                <a16:creationId xmlns:a16="http://schemas.microsoft.com/office/drawing/2014/main" id="{7E27DD20-3336-4625-9B9C-535C875275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87219" y="2250892"/>
            <a:ext cx="5087075" cy="536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49">
            <a:extLst xmlns:a="http://schemas.openxmlformats.org/drawingml/2006/main">
              <a:ext uri="{FF2B5EF4-FFF2-40B4-BE49-F238E27FC236}">
                <a16:creationId xmlns:a16="http://schemas.microsoft.com/office/drawing/2014/main" id="{C4489F54-B644-4B10-8FBC-E62A538AF4B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81194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8" name="Google Shape;48;p49">
            <a:extLst xmlns:a="http://schemas.openxmlformats.org/drawingml/2006/main">
              <a:ext uri="{FF2B5EF4-FFF2-40B4-BE49-F238E27FC236}">
                <a16:creationId xmlns:a16="http://schemas.microsoft.com/office/drawing/2014/main" id="{0B187D37-C1A3-41E5-80A3-5B3254E0D3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523735" y="2250892"/>
            <a:ext cx="5087073" cy="5533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9" name="Google Shape;49;p49">
            <a:extLst xmlns:a="http://schemas.openxmlformats.org/drawingml/2006/main">
              <a:ext uri="{FF2B5EF4-FFF2-40B4-BE49-F238E27FC236}">
                <a16:creationId xmlns:a16="http://schemas.microsoft.com/office/drawing/2014/main" id="{09F06D81-904B-4548-8D57-AC637266487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217709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0" name="Google Shape;50;p49">
            <a:extLst xmlns:a="http://schemas.openxmlformats.org/drawingml/2006/main">
              <a:ext uri="{FF2B5EF4-FFF2-40B4-BE49-F238E27FC236}">
                <a16:creationId xmlns:a16="http://schemas.microsoft.com/office/drawing/2014/main" id="{40A01834-FD70-4B58-9ABF-B8A0EF27F7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1" name="Google Shape;51;p49">
            <a:extLst xmlns:a="http://schemas.openxmlformats.org/drawingml/2006/main">
              <a:ext uri="{FF2B5EF4-FFF2-40B4-BE49-F238E27FC236}">
                <a16:creationId xmlns:a16="http://schemas.microsoft.com/office/drawing/2014/main" id="{75A3052D-763D-408E-BA86-B0685FE62A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2" name="Google Shape;52;p49">
            <a:extLst xmlns:a="http://schemas.openxmlformats.org/drawingml/2006/main">
              <a:ext uri="{FF2B5EF4-FFF2-40B4-BE49-F238E27FC236}">
                <a16:creationId xmlns:a16="http://schemas.microsoft.com/office/drawing/2014/main" id="{61B1B16D-1253-4C67-8531-4BE9067A38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Solo el título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50">
            <a:extLst xmlns:a="http://schemas.openxmlformats.org/drawingml/2006/main">
              <a:ext uri="{FF2B5EF4-FFF2-40B4-BE49-F238E27FC236}">
                <a16:creationId xmlns:a16="http://schemas.microsoft.com/office/drawing/2014/main" id="{71975B9E-D427-46E2-BDC5-E2070777D4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50">
            <a:extLst xmlns:a="http://schemas.openxmlformats.org/drawingml/2006/main">
              <a:ext uri="{FF2B5EF4-FFF2-40B4-BE49-F238E27FC236}">
                <a16:creationId xmlns:a16="http://schemas.microsoft.com/office/drawing/2014/main" id="{3A527D9A-904B-4240-A25B-77B9E8F6D7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6" name="Google Shape;56;p50">
            <a:extLst xmlns:a="http://schemas.openxmlformats.org/drawingml/2006/main">
              <a:ext uri="{FF2B5EF4-FFF2-40B4-BE49-F238E27FC236}">
                <a16:creationId xmlns:a16="http://schemas.microsoft.com/office/drawing/2014/main" id="{394014F9-590D-450A-AC6D-4BE379B57D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57" name="Google Shape;57;p50">
            <a:extLst xmlns:a="http://schemas.openxmlformats.org/drawingml/2006/main">
              <a:ext uri="{FF2B5EF4-FFF2-40B4-BE49-F238E27FC236}">
                <a16:creationId xmlns:a16="http://schemas.microsoft.com/office/drawing/2014/main" id="{170CC6D7-CBA0-4489-BD21-B86B327B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83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50">
            <a:extLst xmlns:a="http://schemas.openxmlformats.org/drawingml/2006/main">
              <a:ext uri="{FF2B5EF4-FFF2-40B4-BE49-F238E27FC236}">
                <a16:creationId xmlns:a16="http://schemas.microsoft.com/office/drawing/2014/main" id="{0C798140-863A-4966-B443-FF58505F3B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5894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En blanco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51">
            <a:extLst xmlns:a="http://schemas.openxmlformats.org/drawingml/2006/main">
              <a:ext uri="{FF2B5EF4-FFF2-40B4-BE49-F238E27FC236}">
                <a16:creationId xmlns:a16="http://schemas.microsoft.com/office/drawing/2014/main" id="{81CBC9C6-F725-447D-9878-10D172E07C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1" name="Google Shape;61;p51">
            <a:extLst xmlns:a="http://schemas.openxmlformats.org/drawingml/2006/main">
              <a:ext uri="{FF2B5EF4-FFF2-40B4-BE49-F238E27FC236}">
                <a16:creationId xmlns:a16="http://schemas.microsoft.com/office/drawing/2014/main" id="{02787FB1-C690-4F84-9C3C-78CE714CFC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51">
            <a:extLst xmlns:a="http://schemas.openxmlformats.org/drawingml/2006/main">
              <a:ext uri="{FF2B5EF4-FFF2-40B4-BE49-F238E27FC236}">
                <a16:creationId xmlns:a16="http://schemas.microsoft.com/office/drawing/2014/main" id="{6E69B591-7177-49BC-ADF3-3695B741DD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ido con título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52">
            <a:extLst xmlns:a="http://schemas.openxmlformats.org/drawingml/2006/main">
              <a:ext uri="{FF2B5EF4-FFF2-40B4-BE49-F238E27FC236}">
                <a16:creationId xmlns:a16="http://schemas.microsoft.com/office/drawing/2014/main" id="{FF80B1C2-B8C0-4F75-9F17-DD4F5797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3"/>
            <a:ext cx="11298200" cy="127470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Google Shape;65;p52">
            <a:extLst xmlns:a="http://schemas.openxmlformats.org/drawingml/2006/main">
              <a:ext uri="{FF2B5EF4-FFF2-40B4-BE49-F238E27FC236}">
                <a16:creationId xmlns:a16="http://schemas.microsoft.com/office/drawing/2014/main" id="{D473C947-7D83-4A53-80A9-9B79C4C37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5262296"/>
            <a:ext cx="4909445" cy="689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6" name="Google Shape;66;p52">
            <a:extLst xmlns:a="http://schemas.openxmlformats.org/drawingml/2006/main">
              <a:ext uri="{FF2B5EF4-FFF2-40B4-BE49-F238E27FC236}">
                <a16:creationId xmlns:a16="http://schemas.microsoft.com/office/drawing/2014/main" id="{49835C8D-9F76-42D5-ACC9-82596EFD4B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47816" y="601200"/>
            <a:ext cx="11292840" cy="42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7" name="Google Shape;67;p52">
            <a:extLst xmlns:a="http://schemas.openxmlformats.org/drawingml/2006/main">
              <a:ext uri="{FF2B5EF4-FFF2-40B4-BE49-F238E27FC236}">
                <a16:creationId xmlns:a16="http://schemas.microsoft.com/office/drawing/2014/main" id="{8772B71C-34F6-4131-B952-F2B141C24D2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740823" y="5262296"/>
            <a:ext cx="5869987" cy="68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52">
            <a:extLst xmlns:a="http://schemas.openxmlformats.org/drawingml/2006/main">
              <a:ext uri="{FF2B5EF4-FFF2-40B4-BE49-F238E27FC236}">
                <a16:creationId xmlns:a16="http://schemas.microsoft.com/office/drawing/2014/main" id="{DCF79EFD-54A5-47A5-8B97-1D34750834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9" name="Google Shape;69;p52">
            <a:extLst xmlns:a="http://schemas.openxmlformats.org/drawingml/2006/main">
              <a:ext uri="{FF2B5EF4-FFF2-40B4-BE49-F238E27FC236}">
                <a16:creationId xmlns:a16="http://schemas.microsoft.com/office/drawing/2014/main" id="{DCD8F70C-1D02-4ECC-A56C-4156B1879B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0" name="Google Shape;70;p52">
            <a:extLst xmlns:a="http://schemas.openxmlformats.org/drawingml/2006/main">
              <a:ext uri="{FF2B5EF4-FFF2-40B4-BE49-F238E27FC236}">
                <a16:creationId xmlns:a16="http://schemas.microsoft.com/office/drawing/2014/main" id="{691000F9-2232-4A8D-BE5B-9445B4CBEA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Imagen con título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53">
            <a:extLst xmlns:a="http://schemas.openxmlformats.org/drawingml/2006/main">
              <a:ext uri="{FF2B5EF4-FFF2-40B4-BE49-F238E27FC236}">
                <a16:creationId xmlns:a16="http://schemas.microsoft.com/office/drawing/2014/main" id="{4B27EC28-D691-412E-B976-39A013B6F1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4693389"/>
            <a:ext cx="11029616" cy="566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3" name="Google Shape;73;p53">
            <a:extLst xmlns:a="http://schemas.openxmlformats.org/drawingml/2006/main">
              <a:ext uri="{FF2B5EF4-FFF2-40B4-BE49-F238E27FC236}">
                <a16:creationId xmlns:a16="http://schemas.microsoft.com/office/drawing/2014/main" id="{3D7B728F-5857-4D94-9F90-1BCDDC4A540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447817" y="599725"/>
            <a:ext cx="11290859" cy="35572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4" name="Google Shape;74;p53">
            <a:extLst xmlns:a="http://schemas.openxmlformats.org/drawingml/2006/main">
              <a:ext uri="{FF2B5EF4-FFF2-40B4-BE49-F238E27FC236}">
                <a16:creationId xmlns:a16="http://schemas.microsoft.com/office/drawing/2014/main" id="{2A084F13-2EB7-4DAF-96E3-098FB363DA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5260127"/>
            <a:ext cx="11029617" cy="5986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75" name="Google Shape;75;p53">
            <a:extLst xmlns:a="http://schemas.openxmlformats.org/drawingml/2006/main">
              <a:ext uri="{FF2B5EF4-FFF2-40B4-BE49-F238E27FC236}">
                <a16:creationId xmlns:a16="http://schemas.microsoft.com/office/drawing/2014/main" id="{EF069895-D506-464A-A2A6-B66B723EEA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6" name="Google Shape;76;p53">
            <a:extLst xmlns:a="http://schemas.openxmlformats.org/drawingml/2006/main">
              <a:ext uri="{FF2B5EF4-FFF2-40B4-BE49-F238E27FC236}">
                <a16:creationId xmlns:a16="http://schemas.microsoft.com/office/drawing/2014/main" id="{13153B35-95AA-4FAF-A32E-E60E2299051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53">
            <a:extLst xmlns:a="http://schemas.openxmlformats.org/drawingml/2006/main">
              <a:ext uri="{FF2B5EF4-FFF2-40B4-BE49-F238E27FC236}">
                <a16:creationId xmlns:a16="http://schemas.microsoft.com/office/drawing/2014/main" id="{6058B395-1AC0-43BE-A12E-0532A28424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ítulo y texto vertical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54">
            <a:extLst xmlns:a="http://schemas.openxmlformats.org/drawingml/2006/main">
              <a:ext uri="{FF2B5EF4-FFF2-40B4-BE49-F238E27FC236}">
                <a16:creationId xmlns:a16="http://schemas.microsoft.com/office/drawing/2014/main" id="{03093FB0-17F5-47F7-8F03-B6849B189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Google Shape;80;p54">
            <a:extLst xmlns:a="http://schemas.openxmlformats.org/drawingml/2006/main">
              <a:ext uri="{FF2B5EF4-FFF2-40B4-BE49-F238E27FC236}">
                <a16:creationId xmlns:a16="http://schemas.microsoft.com/office/drawing/2014/main" id="{55E3FC41-8D9C-49AE-AB15-8F520088D4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1" name="Google Shape;81;p54">
            <a:extLst xmlns:a="http://schemas.openxmlformats.org/drawingml/2006/main">
              <a:ext uri="{FF2B5EF4-FFF2-40B4-BE49-F238E27FC236}">
                <a16:creationId xmlns:a16="http://schemas.microsoft.com/office/drawing/2014/main" id="{DAFBE380-235D-4B88-AAD2-7A17DE17A9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4334603" y="-1417408"/>
            <a:ext cx="3522794" cy="11029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2" name="Google Shape;82;p54">
            <a:extLst xmlns:a="http://schemas.openxmlformats.org/drawingml/2006/main">
              <a:ext uri="{FF2B5EF4-FFF2-40B4-BE49-F238E27FC236}">
                <a16:creationId xmlns:a16="http://schemas.microsoft.com/office/drawing/2014/main" id="{D34CF2D3-29BA-446C-B4A6-6BB7A36D654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3" name="Google Shape;83;p54">
            <a:extLst xmlns:a="http://schemas.openxmlformats.org/drawingml/2006/main">
              <a:ext uri="{FF2B5EF4-FFF2-40B4-BE49-F238E27FC236}">
                <a16:creationId xmlns:a16="http://schemas.microsoft.com/office/drawing/2014/main" id="{8275CFE5-D2BD-42C9-B08F-0B151E6998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54">
            <a:extLst xmlns:a="http://schemas.openxmlformats.org/drawingml/2006/main">
              <a:ext uri="{FF2B5EF4-FFF2-40B4-BE49-F238E27FC236}">
                <a16:creationId xmlns:a16="http://schemas.microsoft.com/office/drawing/2014/main" id="{4C2610F8-AA44-4339-8D67-EA3AA41FC9F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ítulo vertical y texto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Google Shape;86;p55">
            <a:extLst xmlns:a="http://schemas.openxmlformats.org/drawingml/2006/main">
              <a:ext uri="{FF2B5EF4-FFF2-40B4-BE49-F238E27FC236}">
                <a16:creationId xmlns:a16="http://schemas.microsoft.com/office/drawing/2014/main" id="{C7D6C9CC-B246-4866-BFC0-EAB9B85E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1" y="599725"/>
            <a:ext cx="2906817" cy="58169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Google Shape;87;p55">
            <a:extLst xmlns:a="http://schemas.openxmlformats.org/drawingml/2006/main">
              <a:ext uri="{FF2B5EF4-FFF2-40B4-BE49-F238E27FC236}">
                <a16:creationId xmlns:a16="http://schemas.microsoft.com/office/drawing/2014/main" id="{031EB0E9-F341-4778-8C18-8D903F2A94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249746" y="2265181"/>
            <a:ext cx="5183073" cy="20041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8" name="Google Shape;88;p55">
            <a:extLst xmlns:a="http://schemas.openxmlformats.org/drawingml/2006/main">
              <a:ext uri="{FF2B5EF4-FFF2-40B4-BE49-F238E27FC236}">
                <a16:creationId xmlns:a16="http://schemas.microsoft.com/office/drawing/2014/main" id="{61480647-36E7-4BFA-8711-B61D7D3E73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2131526" y="-680877"/>
            <a:ext cx="5183073" cy="78962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9" name="Google Shape;89;p55">
            <a:extLst xmlns:a="http://schemas.openxmlformats.org/drawingml/2006/main">
              <a:ext uri="{FF2B5EF4-FFF2-40B4-BE49-F238E27FC236}">
                <a16:creationId xmlns:a16="http://schemas.microsoft.com/office/drawing/2014/main" id="{66A42B78-D9CE-4449-8451-0A3F685413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993673" y="5956137"/>
            <a:ext cx="1328141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0" name="Google Shape;90;p55">
            <a:extLst xmlns:a="http://schemas.openxmlformats.org/drawingml/2006/main">
              <a:ext uri="{FF2B5EF4-FFF2-40B4-BE49-F238E27FC236}">
                <a16:creationId xmlns:a16="http://schemas.microsoft.com/office/drawing/2014/main" id="{9459096C-9CCE-4D07-B012-E3D5F036DC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74923" y="5951811"/>
            <a:ext cx="789627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1" name="Google Shape;91;p55">
            <a:extLst xmlns:a="http://schemas.openxmlformats.org/drawingml/2006/main">
              <a:ext uri="{FF2B5EF4-FFF2-40B4-BE49-F238E27FC236}">
                <a16:creationId xmlns:a16="http://schemas.microsoft.com/office/drawing/2014/main" id="{4798481C-CF8B-4A44-A91E-D1582D13DA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446615" y="5956137"/>
            <a:ext cx="1164195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254491204b4141" /><Relationship Type="http://schemas.openxmlformats.org/officeDocument/2006/relationships/slideLayout" Target="/ppt/slideLayouts/slideLayout1.xml" Id="R6487e060c71642c2" /><Relationship Type="http://schemas.openxmlformats.org/officeDocument/2006/relationships/slideLayout" Target="/ppt/slideLayouts/slideLayout2.xml" Id="R1b3f8c55b52a4492" /><Relationship Type="http://schemas.openxmlformats.org/officeDocument/2006/relationships/slideLayout" Target="/ppt/slideLayouts/slideLayout3.xml" Id="Rbbb7f653d2154863" /><Relationship Type="http://schemas.openxmlformats.org/officeDocument/2006/relationships/slideLayout" Target="/ppt/slideLayouts/slideLayout4.xml" Id="R4d7d1df6eabb4012" /><Relationship Type="http://schemas.openxmlformats.org/officeDocument/2006/relationships/slideLayout" Target="/ppt/slideLayouts/slideLayout5.xml" Id="R0d2203c7c7bf4a6c" /><Relationship Type="http://schemas.openxmlformats.org/officeDocument/2006/relationships/slideLayout" Target="/ppt/slideLayouts/slideLayout6.xml" Id="R69d1ad97ce2640ac" /><Relationship Type="http://schemas.openxmlformats.org/officeDocument/2006/relationships/slideLayout" Target="/ppt/slideLayouts/slideLayout7.xml" Id="Rc19b919b2fe0461b" /><Relationship Type="http://schemas.openxmlformats.org/officeDocument/2006/relationships/slideLayout" Target="/ppt/slideLayouts/slideLayout8.xml" Id="Rcb48e3cbf0e64fbd" /><Relationship Type="http://schemas.openxmlformats.org/officeDocument/2006/relationships/slideLayout" Target="/ppt/slideLayouts/slideLayout9.xml" Id="Rc21768522aa54131" /><Relationship Type="http://schemas.openxmlformats.org/officeDocument/2006/relationships/slideLayout" Target="/ppt/slideLayouts/slideLayout10.xml" Id="R96052f8a6e014a57" /><Relationship Type="http://schemas.openxmlformats.org/officeDocument/2006/relationships/slideLayout" Target="/ppt/slideLayouts/slideLayout11.xml" Id="Rfba79057a5fd455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44">
            <a:extLst xmlns:a="http://schemas.openxmlformats.org/drawingml/2006/main">
              <a:ext uri="{FF2B5EF4-FFF2-40B4-BE49-F238E27FC236}">
                <a16:creationId xmlns:a16="http://schemas.microsoft.com/office/drawing/2014/main" id="{93CAFF4C-C0F0-4FD6-81C0-EFB336C801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5124"/>
            <a:ext cx="11029616" cy="1189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44">
            <a:extLst xmlns:a="http://schemas.openxmlformats.org/drawingml/2006/main">
              <a:ext uri="{FF2B5EF4-FFF2-40B4-BE49-F238E27FC236}">
                <a16:creationId xmlns:a16="http://schemas.microsoft.com/office/drawing/2014/main" id="{E50E9F9D-91CA-4963-A805-83DB105522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336003"/>
            <a:ext cx="11029616" cy="3522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marR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1pPr>
            <a:lvl2pPr marL="914400" marR="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2pPr>
            <a:lvl3pPr marL="1371600" marR="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3pPr>
            <a:lvl4pPr marL="18288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4pPr>
            <a:lvl5pPr marL="22860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5pPr>
            <a:lvl6pPr marL="27432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6pPr>
            <a:lvl7pPr marL="32004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7pPr>
            <a:lvl8pPr marL="36576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8pPr>
            <a:lvl9pPr marL="4114800" marR="0" indent="-298703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44">
            <a:extLst xmlns:a="http://schemas.openxmlformats.org/drawingml/2006/main">
              <a:ext uri="{FF2B5EF4-FFF2-40B4-BE49-F238E27FC236}">
                <a16:creationId xmlns:a16="http://schemas.microsoft.com/office/drawing/2014/main" id="{41DBD548-81E1-4421-A85E-3A93FD8E40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9" name="Google Shape;9;p44">
            <a:extLst xmlns:a="http://schemas.openxmlformats.org/drawingml/2006/main">
              <a:ext uri="{FF2B5EF4-FFF2-40B4-BE49-F238E27FC236}">
                <a16:creationId xmlns:a16="http://schemas.microsoft.com/office/drawing/2014/main" id="{6DB0B283-F801-4AE8-B751-F2A06563FD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0" name="Google Shape;10;p44">
            <a:extLst xmlns:a="http://schemas.openxmlformats.org/drawingml/2006/main">
              <a:ext uri="{FF2B5EF4-FFF2-40B4-BE49-F238E27FC236}">
                <a16:creationId xmlns:a16="http://schemas.microsoft.com/office/drawing/2014/main" id="{84F7BB3C-572C-4A03-95A5-CB78F569EC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1" name="Google Shape;11;p44">
            <a:extLst xmlns:a="http://schemas.openxmlformats.org/drawingml/2006/main">
              <a:ext uri="{FF2B5EF4-FFF2-40B4-BE49-F238E27FC236}">
                <a16:creationId xmlns:a16="http://schemas.microsoft.com/office/drawing/2014/main" id="{661344A1-8150-46AD-A6EE-C07B27EC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457200"/>
            <a:ext cx="3703320" cy="949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Google Shape;12;p44">
            <a:extLst xmlns:a="http://schemas.openxmlformats.org/drawingml/2006/main">
              <a:ext uri="{FF2B5EF4-FFF2-40B4-BE49-F238E27FC236}">
                <a16:creationId xmlns:a16="http://schemas.microsoft.com/office/drawing/2014/main" id="{D65B8709-49B1-486E-9524-EC10AC7E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147" y="453643"/>
            <a:ext cx="3703320" cy="9855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3;p44">
            <a:extLst xmlns:a="http://schemas.openxmlformats.org/drawingml/2006/main">
              <a:ext uri="{FF2B5EF4-FFF2-40B4-BE49-F238E27FC236}">
                <a16:creationId xmlns:a16="http://schemas.microsoft.com/office/drawing/2014/main" id="{523FFC0B-1568-4516-9EB9-8B4AFF42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830" y="457200"/>
            <a:ext cx="37033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87e060c71642c2"/>
    <p:sldLayoutId xmlns:r="http://schemas.openxmlformats.org/officeDocument/2006/relationships" id="2147483650" r:id="R1b3f8c55b52a4492"/>
    <p:sldLayoutId xmlns:r="http://schemas.openxmlformats.org/officeDocument/2006/relationships" id="2147483651" r:id="Rbbb7f653d2154863"/>
    <p:sldLayoutId xmlns:r="http://schemas.openxmlformats.org/officeDocument/2006/relationships" id="2147483652" r:id="R4d7d1df6eabb4012"/>
    <p:sldLayoutId xmlns:r="http://schemas.openxmlformats.org/officeDocument/2006/relationships" id="2147483653" r:id="R0d2203c7c7bf4a6c"/>
    <p:sldLayoutId xmlns:r="http://schemas.openxmlformats.org/officeDocument/2006/relationships" id="2147483654" r:id="R69d1ad97ce2640ac"/>
    <p:sldLayoutId xmlns:r="http://schemas.openxmlformats.org/officeDocument/2006/relationships" id="2147483655" r:id="Rc19b919b2fe0461b"/>
    <p:sldLayoutId xmlns:r="http://schemas.openxmlformats.org/officeDocument/2006/relationships" id="2147483656" r:id="Rcb48e3cbf0e64fbd"/>
    <p:sldLayoutId xmlns:r="http://schemas.openxmlformats.org/officeDocument/2006/relationships" id="2147483657" r:id="Rc21768522aa54131"/>
    <p:sldLayoutId xmlns:r="http://schemas.openxmlformats.org/officeDocument/2006/relationships" id="2147483658" r:id="R96052f8a6e014a57"/>
    <p:sldLayoutId xmlns:r="http://schemas.openxmlformats.org/officeDocument/2006/relationships" id="2147483659" r:id="Rfba79057a5fd455a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e24500b80e4ffc" /><Relationship Type="http://schemas.openxmlformats.org/officeDocument/2006/relationships/image" Target="/ppt/media/image.png" Id="Rc81cace8e6144602" /><Relationship Type="http://schemas.openxmlformats.org/officeDocument/2006/relationships/notesSlide" Target="/ppt/notesSlides/notesSlide1.xml" Id="Rd778dcf60cbc4f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12a5dc6af3439c" /><Relationship Type="http://schemas.openxmlformats.org/officeDocument/2006/relationships/image" Target="/ppt/media/image2.png" Id="Re9d576bf2e224f90" /><Relationship Type="http://schemas.openxmlformats.org/officeDocument/2006/relationships/notesSlide" Target="/ppt/notesSlides/notesSlide2.xml" Id="Ref04430d5b1d4d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df19a233b84afb" /><Relationship Type="http://schemas.openxmlformats.org/officeDocument/2006/relationships/notesSlide" Target="/ppt/notesSlides/notesSlide3.xml" Id="R3be756bc08db42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1228b959794150" /><Relationship Type="http://schemas.openxmlformats.org/officeDocument/2006/relationships/notesSlide" Target="/ppt/notesSlides/notesSlide4.xml" Id="R5372cecd276945c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5b8aa4ff834626" /><Relationship Type="http://schemas.openxmlformats.org/officeDocument/2006/relationships/notesSlide" Target="/ppt/notesSlides/notesSlide5.xml" Id="R3c01a0be9faa42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3b1a32490645be" /><Relationship Type="http://schemas.openxmlformats.org/officeDocument/2006/relationships/notesSlide" Target="/ppt/notesSlides/notesSlide6.xml" Id="Re91c958629c942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b8e267c6c74077" /><Relationship Type="http://schemas.openxmlformats.org/officeDocument/2006/relationships/notesSlide" Target="/ppt/notesSlides/notesSlide7.xml" Id="R722b9ebb107c45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44ef54e68848c7" /><Relationship Type="http://schemas.openxmlformats.org/officeDocument/2006/relationships/notesSlide" Target="/ppt/notesSlides/notesSlide8.xml" Id="R323f2570dce645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9e12cfde3a4ef1" /><Relationship Type="http://schemas.openxmlformats.org/officeDocument/2006/relationships/notesSlide" Target="/ppt/notesSlides/notesSlide9.xml" Id="R84ca21621ab646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5b1cbf20ad4d6c" /><Relationship Type="http://schemas.openxmlformats.org/officeDocument/2006/relationships/notesSlide" Target="/ppt/notesSlides/notesSlide10.xml" Id="R1029533ebccf4cc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cc6c129a5d4870" /><Relationship Type="http://schemas.openxmlformats.org/officeDocument/2006/relationships/notesSlide" Target="/ppt/notesSlides/notesSlide11.xml" Id="R3288e1ed4e374cd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0bf43c1226491f" /><Relationship Type="http://schemas.openxmlformats.org/officeDocument/2006/relationships/notesSlide" Target="/ppt/notesSlides/notesSlide12.xml" Id="R767578e21a394d7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976958feb84317" /><Relationship Type="http://schemas.openxmlformats.org/officeDocument/2006/relationships/notesSlide" Target="/ppt/notesSlides/notesSlide13.xml" Id="Rbf5994cc57ac4d4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08123c7d274195" /><Relationship Type="http://schemas.openxmlformats.org/officeDocument/2006/relationships/notesSlide" Target="/ppt/notesSlides/notesSlide14.xml" Id="R1205ae7d20ae45a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52586b8bb340d8" /><Relationship Type="http://schemas.openxmlformats.org/officeDocument/2006/relationships/notesSlide" Target="/ppt/notesSlides/notesSlide15.xml" Id="R3414cfbe5049463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dd6a9e40be4bd3" /><Relationship Type="http://schemas.openxmlformats.org/officeDocument/2006/relationships/notesSlide" Target="/ppt/notesSlides/notesSlide16.xml" Id="R7c7992dcc6014ac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82203c21d04b35" /><Relationship Type="http://schemas.openxmlformats.org/officeDocument/2006/relationships/notesSlide" Target="/ppt/notesSlides/notesSlide17.xml" Id="Rc331f7016dc34d5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bae9ed03b34096" /><Relationship Type="http://schemas.openxmlformats.org/officeDocument/2006/relationships/notesSlide" Target="/ppt/notesSlides/notesSlide18.xml" Id="Rb5f132c24eab487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53c39a01514a35" /><Relationship Type="http://schemas.openxmlformats.org/officeDocument/2006/relationships/notesSlide" Target="/ppt/notesSlides/notesSlide19.xml" Id="Rb581754ea2604a8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994e54cb9740a8" /><Relationship Type="http://schemas.openxmlformats.org/officeDocument/2006/relationships/notesSlide" Target="/ppt/notesSlides/notesSlide20.xml" Id="R3f3d87c74222451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35e7ee38124f3c" /><Relationship Type="http://schemas.openxmlformats.org/officeDocument/2006/relationships/notesSlide" Target="/ppt/notesSlides/notesSlide21.xml" Id="R83e6dca860ca486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587e6192ae4366" /><Relationship Type="http://schemas.openxmlformats.org/officeDocument/2006/relationships/image" Target="/ppt/media/image.jpeg" Id="Rfa93459048ce4fa0" /><Relationship Type="http://schemas.openxmlformats.org/officeDocument/2006/relationships/notesSlide" Target="/ppt/notesSlides/notesSlide22.xml" Id="R170c0109b17444d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758a8035d64daa" /><Relationship Type="http://schemas.openxmlformats.org/officeDocument/2006/relationships/image" Target="/ppt/media/image2.jpeg" Id="R6f523f9b6d554d46" /><Relationship Type="http://schemas.openxmlformats.org/officeDocument/2006/relationships/notesSlide" Target="/ppt/notesSlides/notesSlide23.xml" Id="Rd6538f245e0b429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1864a2ef4448fe" /><Relationship Type="http://schemas.openxmlformats.org/officeDocument/2006/relationships/notesSlide" Target="/ppt/notesSlides/notesSlide24.xml" Id="R531c8ee0d70c461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9c49f342694531" /><Relationship Type="http://schemas.openxmlformats.org/officeDocument/2006/relationships/notesSlide" Target="/ppt/notesSlides/notesSlide25.xml" Id="Re76929a473a844c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66f49fa2ae46e1" /><Relationship Type="http://schemas.openxmlformats.org/officeDocument/2006/relationships/notesSlide" Target="/ppt/notesSlides/notesSlide26.xml" Id="R7e4e21efe3654cc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952fb569c84302" /><Relationship Type="http://schemas.openxmlformats.org/officeDocument/2006/relationships/notesSlide" Target="/ppt/notesSlides/notesSlide27.xml" Id="Rdb4d04a2d25247e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6261e51fdc4b4d" /><Relationship Type="http://schemas.openxmlformats.org/officeDocument/2006/relationships/notesSlide" Target="/ppt/notesSlides/notesSlide28.xml" Id="Redf81602e8f943a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147a8648bf4abe" /><Relationship Type="http://schemas.openxmlformats.org/officeDocument/2006/relationships/notesSlide" Target="/ppt/notesSlides/notesSlide29.xml" Id="R6eee9dc3cd9042e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3d2f8099c049c0" /><Relationship Type="http://schemas.openxmlformats.org/officeDocument/2006/relationships/notesSlide" Target="/ppt/notesSlides/notesSlide30.xml" Id="R576d76f0b2714ed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1">
            <a:extLst xmlns:a="http://schemas.openxmlformats.org/drawingml/2006/main">
              <a:ext uri="{FF2B5EF4-FFF2-40B4-BE49-F238E27FC236}">
                <a16:creationId xmlns:a16="http://schemas.microsoft.com/office/drawing/2014/main" id="{F4884FFB-19B4-43EE-AA79-B7891847C3D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99226" y="3158569"/>
            <a:ext cx="10993549" cy="1578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MANUAL TÉCNICO</a:t>
            </a:r>
            <a:br>
              <a:rPr>
                <a:solidFill>
                  <a:schemeClr val="lt1"/>
                </a:solidFill>
              </a:rPr>
            </a:br>
            <a:r>
              <a:rPr>
                <a:solidFill>
                  <a:schemeClr val="lt1"/>
                </a:solidFill>
              </a:rPr>
              <a:t>RESTFUL .NET SINBDD GR09</a:t>
            </a:r>
            <a:endParaRPr/>
          </a:p>
        </p:txBody>
      </p:sp>
      <p:sp>
        <p:nvSpPr>
          <p:cNvPr id="97" name="Google Shape;97;p1">
            <a:extLst xmlns:a="http://schemas.openxmlformats.org/drawingml/2006/main">
              <a:ext uri="{FF2B5EF4-FFF2-40B4-BE49-F238E27FC236}">
                <a16:creationId xmlns:a16="http://schemas.microsoft.com/office/drawing/2014/main" id="{16C03652-C4EC-41DC-8794-7E14C8E81A6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99226" y="4572000"/>
            <a:ext cx="4261531" cy="18127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INTEGRANTES:</a:t>
            </a: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GRUPO 09</a:t>
            </a: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NRC: 36884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">
            <a:extLst xmlns:a="http://schemas.openxmlformats.org/drawingml/2006/main">
              <a:ext uri="{FF2B5EF4-FFF2-40B4-BE49-F238E27FC236}">
                <a16:creationId xmlns:a16="http://schemas.microsoft.com/office/drawing/2014/main" id="{E90FD786-8C61-4F23-9125-D480B3F013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1cace8e614460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19597" y="716302"/>
            <a:ext cx="11647502" cy="2193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">
            <a:extLst xmlns:a="http://schemas.openxmlformats.org/drawingml/2006/main">
              <a:ext uri="{FF2B5EF4-FFF2-40B4-BE49-F238E27FC236}">
                <a16:creationId xmlns:a16="http://schemas.microsoft.com/office/drawing/2014/main" id="{D05D9A35-07BA-428A-BDE1-5948CD4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999" y="5301801"/>
            <a:ext cx="4318000" cy="1235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FECHA: 28/10/2026</a:t>
            </a: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ASIGNATURA: ARQUITECTURA DE SOFTWARE</a:t>
            </a:r>
            <a:endParaRPr sz="1600" b="1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0" name="Google Shape;100;p1">
            <a:extLst xmlns:a="http://schemas.openxmlformats.org/drawingml/2006/main">
              <a:ext uri="{FF2B5EF4-FFF2-40B4-BE49-F238E27FC236}">
                <a16:creationId xmlns:a16="http://schemas.microsoft.com/office/drawing/2014/main" id="{CF49C583-BCF7-499E-B53C-4D06DC98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19528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Google Shape;105;p2">
            <a:extLst xmlns:a="http://schemas.openxmlformats.org/drawingml/2006/main">
              <a:ext uri="{FF2B5EF4-FFF2-40B4-BE49-F238E27FC236}">
                <a16:creationId xmlns:a16="http://schemas.microsoft.com/office/drawing/2014/main" id="{5C43C34C-E87F-436C-9C60-4A1BAD23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4406"/>
            <a:ext cx="12192000" cy="624359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6" name="Google Shape;106;p2">
            <a:extLst xmlns:a="http://schemas.openxmlformats.org/drawingml/2006/main">
              <a:ext uri="{FF2B5EF4-FFF2-40B4-BE49-F238E27FC236}">
                <a16:creationId xmlns:a16="http://schemas.microsoft.com/office/drawing/2014/main" id="{75150A95-120F-4A7A-98EC-BE0B041D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377" y="614407"/>
            <a:ext cx="3707477" cy="56117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7" name="Google Shape;107;p2">
            <a:extLst xmlns:a="http://schemas.openxmlformats.org/drawingml/2006/main">
              <a:ext uri="{FF2B5EF4-FFF2-40B4-BE49-F238E27FC236}">
                <a16:creationId xmlns:a16="http://schemas.microsoft.com/office/drawing/2014/main" id="{2BD34B5A-CDE5-4D95-9AEC-79E91BF1C2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6348" y="701336"/>
            <a:ext cx="3389726" cy="5424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DESARROLLO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OBJETIVO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SERVIDOR RESTFUL EN .NET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CONSOLA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ESCRITORIO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WEB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MÓVIL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CONCLUSIONES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>
            <a:extLst xmlns:a="http://schemas.openxmlformats.org/drawingml/2006/main">
              <a:ext uri="{FF2B5EF4-FFF2-40B4-BE49-F238E27FC236}">
                <a16:creationId xmlns:a16="http://schemas.microsoft.com/office/drawing/2014/main" id="{BEAF42F9-6DBC-4152-BB29-B59D697701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d576bf2e224f9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791522" y="1935576"/>
            <a:ext cx="6489819" cy="3007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9" name="Google Shape;109;p2">
            <a:extLst xmlns:a="http://schemas.openxmlformats.org/drawingml/2006/main">
              <a:ext uri="{FF2B5EF4-FFF2-40B4-BE49-F238E27FC236}">
                <a16:creationId xmlns:a16="http://schemas.microsoft.com/office/drawing/2014/main" id="{8506636B-3DCD-4C58-B7E8-8C78FA7F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468106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Google Shape;114;p3">
            <a:extLst xmlns:a="http://schemas.openxmlformats.org/drawingml/2006/main">
              <a:ext uri="{FF2B5EF4-FFF2-40B4-BE49-F238E27FC236}">
                <a16:creationId xmlns:a16="http://schemas.microsoft.com/office/drawing/2014/main" id="{1F29B21D-A52E-4111-BB2A-36ABF151AF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15" name="Google Shape;115;p3">
            <a:extLst xmlns:a="http://schemas.openxmlformats.org/drawingml/2006/main">
              <a:ext uri="{FF2B5EF4-FFF2-40B4-BE49-F238E27FC236}">
                <a16:creationId xmlns:a16="http://schemas.microsoft.com/office/drawing/2014/main" id="{ED565802-9A4D-4264-BB50-88F696AF77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441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1.1 OBJETIVO</a:t>
            </a: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Documentar el conversor RESTFUL .NET SINBDD: servidor y clientes de consola, WPF, web MVC y Android MAUI.</a:t>
            </a: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La solución usa C# y .NET 10. Autentica con Monster / Monster9 antes de convertir longitud, masa o temperatura.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116" name="Google Shape;116;p3">
            <a:extLst xmlns:a="http://schemas.openxmlformats.org/drawingml/2006/main">
              <a:ext uri="{FF2B5EF4-FFF2-40B4-BE49-F238E27FC236}">
                <a16:creationId xmlns:a16="http://schemas.microsoft.com/office/drawing/2014/main" id="{CFCF9534-4287-4EA0-BAD3-DEC5C5A2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3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749807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g2d6d00c5bd2_0_0">
            <a:extLst xmlns:a="http://schemas.openxmlformats.org/drawingml/2006/main">
              <a:ext uri="{FF2B5EF4-FFF2-40B4-BE49-F238E27FC236}">
                <a16:creationId xmlns:a16="http://schemas.microsoft.com/office/drawing/2014/main" id="{FE272329-9533-4C1C-8DB7-8A84594176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22" name="Google Shape;122;g2d6d00c5bd2_0_0">
            <a:extLst xmlns:a="http://schemas.openxmlformats.org/drawingml/2006/main">
              <a:ext uri="{FF2B5EF4-FFF2-40B4-BE49-F238E27FC236}">
                <a16:creationId xmlns:a16="http://schemas.microsoft.com/office/drawing/2014/main" id="{6A873E65-5F39-4453-A888-C95CAD424C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032000"/>
            <a:ext cx="8589300" cy="16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92500"/>
          </a:bodyPr>
          <a:lstStyle xmlns:a="http://schemas.openxmlformats.org/drawingml/2006/main"/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1.2 CREACIÓN DEL SERVIDOR RESTFUL</a:t>
            </a: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sz="1929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ASP.NET Core 10. HTTP/JSON en 127.0.0.1:19082.</a:t>
            </a: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Configura el entorno con ConfigurarEntornoDotNet.ps1.</a:t>
            </a: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Inicia 04. SERVIDOR\IniciarServidor.ps1.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23" name="Google Shape;123;g2d6d00c5bd2_0_0">
            <a:extLst xmlns:a="http://schemas.openxmlformats.org/drawingml/2006/main">
              <a:ext uri="{FF2B5EF4-FFF2-40B4-BE49-F238E27FC236}">
                <a16:creationId xmlns:a16="http://schemas.microsoft.com/office/drawing/2014/main" id="{1851E0E0-C955-434F-9B73-E63F5CC9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Estructura inicial del servidor">
            <a:extLst xmlns:a="http://schemas.openxmlformats.org/drawingml/2006/main">
              <a:ext uri="{FF2B5EF4-FFF2-40B4-BE49-F238E27FC236}">
                <a16:creationId xmlns:a16="http://schemas.microsoft.com/office/drawing/2014/main" id="{17E77EA3-1BEA-4179-BF94-99862442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09191"/>
            <a:ext cx="3131854" cy="21793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Estructura inicial del servidor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Configuración del endpoint y dependencias">
            <a:extLst xmlns:a="http://schemas.openxmlformats.org/drawingml/2006/main">
              <a:ext uri="{FF2B5EF4-FFF2-40B4-BE49-F238E27FC236}">
                <a16:creationId xmlns:a16="http://schemas.microsoft.com/office/drawing/2014/main" id="{50ACFE48-E015-4B57-A8E4-FBBB537B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00" y="3716772"/>
            <a:ext cx="3480507" cy="21642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del endpoint y dependencias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royecto .NET del servidor y archivo .csproj">
            <a:extLst xmlns:a="http://schemas.openxmlformats.org/drawingml/2006/main">
              <a:ext uri="{FF2B5EF4-FFF2-40B4-BE49-F238E27FC236}">
                <a16:creationId xmlns:a16="http://schemas.microsoft.com/office/drawing/2014/main" id="{BF619C64-20BD-4F4D-BA92-6F9DFDBD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86" y="3724354"/>
            <a:ext cx="3249332" cy="21642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Proyecto .NET del servidor y archivo .csproj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0960150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30ECF5C4-06F9-479F-A708-90188F1577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0463B8F8-E38F-4EF3-8746-F25BA933EE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7"/>
            <a:ext cx="8589441" cy="1248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1.2 CONTRATO RESTFUL</a:t>
            </a:r>
          </a:p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sz="1350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Rutas: /api/auth/login, /api/catalogo, /api/conversiones/{magnitud} y /api/auth/logout.</a:t>
            </a:r>
          </a:p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JSON camelCase. Token Bearer de 10 minutos; OpenAPI en /openapi/v1.json.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F0C50853-FC0A-49EA-AEE0-B3563FE7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Configuración del contrato y formato de respuesta">
            <a:extLst xmlns:a="http://schemas.openxmlformats.org/drawingml/2006/main">
              <a:ext uri="{FF2B5EF4-FFF2-40B4-BE49-F238E27FC236}">
                <a16:creationId xmlns:a16="http://schemas.microsoft.com/office/drawing/2014/main" id="{C7E1E34B-54B3-4282-9A1E-9BDE3F59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4120" y="3429000"/>
            <a:ext cx="5843760" cy="29648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del contrato y formato de respuesta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Controladores y modelos JSON">
            <a:extLst xmlns:a="http://schemas.openxmlformats.org/drawingml/2006/main">
              <a:ext uri="{FF2B5EF4-FFF2-40B4-BE49-F238E27FC236}">
                <a16:creationId xmlns:a16="http://schemas.microsoft.com/office/drawing/2014/main" id="{6227344A-0244-4E95-94DB-D55E648FE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42" y="3401152"/>
            <a:ext cx="2105025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Controladores y modelos JSON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82569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Google Shape;148;g2d624313899_0_5">
            <a:extLst xmlns:a="http://schemas.openxmlformats.org/drawingml/2006/main">
              <a:ext uri="{FF2B5EF4-FFF2-40B4-BE49-F238E27FC236}">
                <a16:creationId xmlns:a16="http://schemas.microsoft.com/office/drawing/2014/main" id="{C7661D23-AF14-4C65-AC45-B630341A4F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49" name="Google Shape;149;g2d624313899_0_5">
            <a:extLst xmlns:a="http://schemas.openxmlformats.org/drawingml/2006/main">
              <a:ext uri="{FF2B5EF4-FFF2-40B4-BE49-F238E27FC236}">
                <a16:creationId xmlns:a16="http://schemas.microsoft.com/office/drawing/2014/main" id="{0D473655-BA27-40B0-8812-66637C41A8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180500"/>
            <a:ext cx="4557900" cy="38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sz="1677" b="1">
                <a:latin typeface="Cambria"/>
                <a:ea typeface="Cambria"/>
                <a:cs typeface="Cambria"/>
              </a:rPr>
              <a:t>ARQUITECTURA DEL SERVIDOR</a:t>
            </a:r>
          </a:p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sz="1677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sz="1677" b="1">
                <a:latin typeface="Cambria"/>
                <a:ea typeface="Cambria"/>
                <a:cs typeface="Cambria"/>
              </a:rPr>
              <a:t>Controladores publica operaciones; Servicios valida y coordina. Modelos contiene unidades y tipos de intercambio.</a:t>
            </a:r>
          </a:p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sz="1677" b="1">
                <a:latin typeface="Cambria"/>
                <a:ea typeface="Cambria"/>
                <a:cs typeface="Cambria"/>
              </a:rPr>
              <a:t>Cada conversor implementa IConversor&lt;TUnidad&gt;. Seguridad administra credenciales y tokens en memoria.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50" name="Google Shape;150;g2d624313899_0_5">
            <a:extLst xmlns:a="http://schemas.openxmlformats.org/drawingml/2006/main">
              <a:ext uri="{FF2B5EF4-FFF2-40B4-BE49-F238E27FC236}">
                <a16:creationId xmlns:a16="http://schemas.microsoft.com/office/drawing/2014/main" id="{91331C13-E01D-4551-9962-6C9E6E2B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Carpetas Controladores, Servicios, Modelos y Seguridad">
            <a:extLst xmlns:a="http://schemas.openxmlformats.org/drawingml/2006/main">
              <a:ext uri="{FF2B5EF4-FFF2-40B4-BE49-F238E27FC236}">
                <a16:creationId xmlns:a16="http://schemas.microsoft.com/office/drawing/2014/main" id="{454DCE1A-E548-4B0A-A877-3DAA336D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9937" y="2870106"/>
            <a:ext cx="3268557" cy="20335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Carpetas Controladores, Servicios, Modelos y Seguridad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881041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" name="Google Shape;164;g2d624313899_0_26">
            <a:extLst xmlns:a="http://schemas.openxmlformats.org/drawingml/2006/main">
              <a:ext uri="{FF2B5EF4-FFF2-40B4-BE49-F238E27FC236}">
                <a16:creationId xmlns:a16="http://schemas.microsoft.com/office/drawing/2014/main" id="{5E827A9A-CF55-44FA-8F22-0F6C78DC70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65" name="Google Shape;165;g2d624313899_0_26">
            <a:extLst xmlns:a="http://schemas.openxmlformats.org/drawingml/2006/main">
              <a:ext uri="{FF2B5EF4-FFF2-40B4-BE49-F238E27FC236}">
                <a16:creationId xmlns:a16="http://schemas.microsoft.com/office/drawing/2014/main" id="{B9C754A1-16B1-4C33-98D8-C8704EE692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660" y="2108200"/>
            <a:ext cx="3048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PUBLICACIÓN DE LA API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Host local: 127.0.0.1:19082.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Aplicacion.cs registra los componentes y configura el contrato.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Consulta /api/salud y /openapi/v1.json. Las conversiones requieren el token.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166" name="Google Shape;166;g2d624313899_0_26">
            <a:extLst xmlns:a="http://schemas.openxmlformats.org/drawingml/2006/main">
              <a:ext uri="{FF2B5EF4-FFF2-40B4-BE49-F238E27FC236}">
                <a16:creationId xmlns:a16="http://schemas.microsoft.com/office/drawing/2014/main" id="{05D0D1F9-C801-49BF-9390-38403269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Aplicacion.cs y registro del servidor">
            <a:extLst xmlns:a="http://schemas.openxmlformats.org/drawingml/2006/main">
              <a:ext uri="{FF2B5EF4-FFF2-40B4-BE49-F238E27FC236}">
                <a16:creationId xmlns:a16="http://schemas.microsoft.com/office/drawing/2014/main" id="{AEDAC15D-A3D3-404F-9C5F-945CC788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5414" y="2817286"/>
            <a:ext cx="4441055" cy="3615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Aplicacion.cs y registro del servidor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017013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g2d624313899_0_71">
            <a:extLst xmlns:a="http://schemas.openxmlformats.org/drawingml/2006/main">
              <a:ext uri="{FF2B5EF4-FFF2-40B4-BE49-F238E27FC236}">
                <a16:creationId xmlns:a16="http://schemas.microsoft.com/office/drawing/2014/main" id="{6339909E-09B3-4249-B876-32C1F10CB0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89" name="Google Shape;189;g2d624313899_0_71">
            <a:extLst xmlns:a="http://schemas.openxmlformats.org/drawingml/2006/main">
              <a:ext uri="{FF2B5EF4-FFF2-40B4-BE49-F238E27FC236}">
                <a16:creationId xmlns:a16="http://schemas.microsoft.com/office/drawing/2014/main" id="{821871E8-B6F2-44D2-9270-3AEE13814D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4530" y="1921510"/>
            <a:ext cx="60186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190" name="Google Shape;190;g2d624313899_0_71">
            <a:extLst xmlns:a="http://schemas.openxmlformats.org/drawingml/2006/main">
              <a:ext uri="{FF2B5EF4-FFF2-40B4-BE49-F238E27FC236}">
                <a16:creationId xmlns:a16="http://schemas.microsoft.com/office/drawing/2014/main" id="{30B839C6-98DD-4017-A6E6-965E3BF6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Respuesta o error del servicio">
            <a:extLst xmlns:a="http://schemas.openxmlformats.org/drawingml/2006/main">
              <a:ext uri="{FF2B5EF4-FFF2-40B4-BE49-F238E27FC236}">
                <a16:creationId xmlns:a16="http://schemas.microsoft.com/office/drawing/2014/main" id="{B2C4A3B8-9E3D-4E18-9BFA-696E1A7A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8100" y="4415104"/>
            <a:ext cx="2808980" cy="207069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Respuesta o error del servicio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Conversión de masa">
            <a:extLst xmlns:a="http://schemas.openxmlformats.org/drawingml/2006/main">
              <a:ext uri="{FF2B5EF4-FFF2-40B4-BE49-F238E27FC236}">
                <a16:creationId xmlns:a16="http://schemas.microsoft.com/office/drawing/2014/main" id="{465518C2-7DAD-4640-87B0-13850D7F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150" y="4415104"/>
            <a:ext cx="2761232" cy="217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Conversión de masa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rueba de inicio de sesión">
            <a:extLst xmlns:a="http://schemas.openxmlformats.org/drawingml/2006/main">
              <a:ext uri="{FF2B5EF4-FFF2-40B4-BE49-F238E27FC236}">
                <a16:creationId xmlns:a16="http://schemas.microsoft.com/office/drawing/2014/main" id="{C0532E73-4590-4CA0-9537-FB9AAEE1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34" y="4415104"/>
            <a:ext cx="2630216" cy="20089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Prueba de inicio de sesión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CAPTURA PENDIENTE - Conversión de temperatura">
            <a:extLst xmlns:a="http://schemas.openxmlformats.org/drawingml/2006/main">
              <a:ext uri="{FF2B5EF4-FFF2-40B4-BE49-F238E27FC236}">
                <a16:creationId xmlns:a16="http://schemas.microsoft.com/office/drawing/2014/main" id="{2D1CD486-4A7B-4EB5-9791-8DAA5B32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319" y="1994161"/>
            <a:ext cx="2849245" cy="20758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Conversión de temperatura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CAPTURA PENDIENTE - Conversión de longitud">
            <a:extLst xmlns:a="http://schemas.openxmlformats.org/drawingml/2006/main">
              <a:ext uri="{FF2B5EF4-FFF2-40B4-BE49-F238E27FC236}">
                <a16:creationId xmlns:a16="http://schemas.microsoft.com/office/drawing/2014/main" id="{CEB29770-1EED-4DD7-8C23-D733A485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63" y="2724790"/>
            <a:ext cx="3776665" cy="13451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Conversión de longitud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358435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g2d624313899_0_51">
            <a:extLst xmlns:a="http://schemas.openxmlformats.org/drawingml/2006/main">
              <a:ext uri="{FF2B5EF4-FFF2-40B4-BE49-F238E27FC236}">
                <a16:creationId xmlns:a16="http://schemas.microsoft.com/office/drawing/2014/main" id="{23EE9682-A41E-4913-90AB-CC74930EE2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21" name="Google Shape;221;g2d624313899_0_51">
            <a:extLst xmlns:a="http://schemas.openxmlformats.org/drawingml/2006/main">
              <a:ext uri="{FF2B5EF4-FFF2-40B4-BE49-F238E27FC236}">
                <a16:creationId xmlns:a16="http://schemas.microsoft.com/office/drawing/2014/main" id="{B4353AC4-DD70-4D20-979F-9608FB4767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032000"/>
            <a:ext cx="8245500" cy="146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1.3 CLIENTE CONSOLA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Cliente net10.0. Aplicacion.cs inicia ControladorConsola; MVC separa la comunicación remota.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22" name="Google Shape;222;g2d624313899_0_51">
            <a:extLst xmlns:a="http://schemas.openxmlformats.org/drawingml/2006/main">
              <a:ext uri="{FF2B5EF4-FFF2-40B4-BE49-F238E27FC236}">
                <a16:creationId xmlns:a16="http://schemas.microsoft.com/office/drawing/2014/main" id="{901F3F7A-E664-4F9C-84DD-0120ACED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Configuración de ClienteConsolaGR09">
            <a:extLst xmlns:a="http://schemas.openxmlformats.org/drawingml/2006/main">
              <a:ext uri="{FF2B5EF4-FFF2-40B4-BE49-F238E27FC236}">
                <a16:creationId xmlns:a16="http://schemas.microsoft.com/office/drawing/2014/main" id="{470F980C-FB47-44A7-A8A8-971BCFC63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0234" y="3657435"/>
            <a:ext cx="4201160" cy="28454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 ClienteConsolaGR09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Proyecto net10.0 de consola">
            <a:extLst xmlns:a="http://schemas.openxmlformats.org/drawingml/2006/main">
              <a:ext uri="{FF2B5EF4-FFF2-40B4-BE49-F238E27FC236}">
                <a16:creationId xmlns:a16="http://schemas.microsoft.com/office/drawing/2014/main" id="{85E12E47-F5C4-4ED2-9344-5707D218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06" y="3674580"/>
            <a:ext cx="4144010" cy="28282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Proyecto net10.0 de consola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26828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8" name="Google Shape;238;g2d624313899_0_95">
            <a:extLst xmlns:a="http://schemas.openxmlformats.org/drawingml/2006/main">
              <a:ext uri="{FF2B5EF4-FFF2-40B4-BE49-F238E27FC236}">
                <a16:creationId xmlns:a16="http://schemas.microsoft.com/office/drawing/2014/main" id="{EA5E3289-28EA-43F6-93B5-3AC8EF5255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39" name="Google Shape;239;g2d624313899_0_95">
            <a:extLst xmlns:a="http://schemas.openxmlformats.org/drawingml/2006/main">
              <a:ext uri="{FF2B5EF4-FFF2-40B4-BE49-F238E27FC236}">
                <a16:creationId xmlns:a16="http://schemas.microsoft.com/office/drawing/2014/main" id="{0FBCC2D1-403B-423F-9FA1-65932B73B2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824" y="914626"/>
            <a:ext cx="4178100" cy="370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Modelo del Proyecto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Los tipos de Modelos representan sesión, unidades y resultados.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40" name="Google Shape;240;g2d624313899_0_95">
            <a:extLst xmlns:a="http://schemas.openxmlformats.org/drawingml/2006/main">
              <a:ext uri="{FF2B5EF4-FFF2-40B4-BE49-F238E27FC236}">
                <a16:creationId xmlns:a16="http://schemas.microsoft.com/office/drawing/2014/main" id="{E09EE3C9-3164-41E9-9BC1-1042B871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Google Shape;241;g2d624313899_0_95">
            <a:extLst xmlns:a="http://schemas.openxmlformats.org/drawingml/2006/main">
              <a:ext uri="{FF2B5EF4-FFF2-40B4-BE49-F238E27FC236}">
                <a16:creationId xmlns:a16="http://schemas.microsoft.com/office/drawing/2014/main" id="{1CCCF7EE-BA4D-4D8C-A347-702CB1A5DD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759292" y="770066"/>
            <a:ext cx="4178100" cy="370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Controlador del Proyecto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ControladorConsola coordina acceso, conversión y salida mediante el adaptador.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troladorConsola y adaptador">
            <a:extLst xmlns:a="http://schemas.openxmlformats.org/drawingml/2006/main">
              <a:ext uri="{FF2B5EF4-FFF2-40B4-BE49-F238E27FC236}">
                <a16:creationId xmlns:a16="http://schemas.microsoft.com/office/drawing/2014/main" id="{EC1BEABE-3CC2-47C6-878A-D718228F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618" y="4064763"/>
            <a:ext cx="5172027" cy="17774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ControladorConsola y adaptador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Modelos de sesión y conversión">
            <a:extLst xmlns:a="http://schemas.openxmlformats.org/drawingml/2006/main">
              <a:ext uri="{FF2B5EF4-FFF2-40B4-BE49-F238E27FC236}">
                <a16:creationId xmlns:a16="http://schemas.microsoft.com/office/drawing/2014/main" id="{F56BC7F3-638C-483C-977F-A1DD0317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793" y="4064763"/>
            <a:ext cx="2955257" cy="185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Modelos de sesión y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0352914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8" name="Google Shape;248;g2d624313899_0_111">
            <a:extLst xmlns:a="http://schemas.openxmlformats.org/drawingml/2006/main">
              <a:ext uri="{FF2B5EF4-FFF2-40B4-BE49-F238E27FC236}">
                <a16:creationId xmlns:a16="http://schemas.microsoft.com/office/drawing/2014/main" id="{14E4596C-CFB9-4B54-BFD4-EC44E4A447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49" name="Google Shape;249;g2d624313899_0_111">
            <a:extLst xmlns:a="http://schemas.openxmlformats.org/drawingml/2006/main">
              <a:ext uri="{FF2B5EF4-FFF2-40B4-BE49-F238E27FC236}">
                <a16:creationId xmlns:a16="http://schemas.microsoft.com/office/drawing/2014/main" id="{A652F2B6-ADDA-46A3-A658-E8FCBC815E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660" y="2921000"/>
            <a:ext cx="3429000" cy="184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 del Proyecto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VistaConsola solicita acceso, unidades y valor; muestra resultados y errores.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50" name="Google Shape;250;g2d624313899_0_111">
            <a:extLst xmlns:a="http://schemas.openxmlformats.org/drawingml/2006/main">
              <a:ext uri="{FF2B5EF4-FFF2-40B4-BE49-F238E27FC236}">
                <a16:creationId xmlns:a16="http://schemas.microsoft.com/office/drawing/2014/main" id="{CEE4BBC9-9814-452F-9B30-9D0AA17F6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VistaConsola.cs y menú">
            <a:extLst xmlns:a="http://schemas.openxmlformats.org/drawingml/2006/main">
              <a:ext uri="{FF2B5EF4-FFF2-40B4-BE49-F238E27FC236}">
                <a16:creationId xmlns:a16="http://schemas.microsoft.com/office/drawing/2014/main" id="{7ED2DC89-90CA-4D4C-8DDE-39E28A81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215" y="2617179"/>
            <a:ext cx="4878474" cy="2609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VistaConsola.cs y menú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3572407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6" name="Google Shape;256;g2d624313899_0_138">
            <a:extLst xmlns:a="http://schemas.openxmlformats.org/drawingml/2006/main">
              <a:ext uri="{FF2B5EF4-FFF2-40B4-BE49-F238E27FC236}">
                <a16:creationId xmlns:a16="http://schemas.microsoft.com/office/drawing/2014/main" id="{BB8CF781-C775-414D-9A95-65EC031E4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57" name="Google Shape;257;g2d624313899_0_138">
            <a:extLst xmlns:a="http://schemas.openxmlformats.org/drawingml/2006/main">
              <a:ext uri="{FF2B5EF4-FFF2-40B4-BE49-F238E27FC236}">
                <a16:creationId xmlns:a16="http://schemas.microsoft.com/office/drawing/2014/main" id="{9469DE4E-2AD2-4854-B9C8-54895AC1E0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660" y="1930400"/>
            <a:ext cx="24130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58" name="Google Shape;258;g2d624313899_0_138">
            <a:extLst xmlns:a="http://schemas.openxmlformats.org/drawingml/2006/main">
              <a:ext uri="{FF2B5EF4-FFF2-40B4-BE49-F238E27FC236}">
                <a16:creationId xmlns:a16="http://schemas.microsoft.com/office/drawing/2014/main" id="{9BD3B1C3-C010-4392-B81E-A142111D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Resultado de conversión">
            <a:extLst xmlns:a="http://schemas.openxmlformats.org/drawingml/2006/main">
              <a:ext uri="{FF2B5EF4-FFF2-40B4-BE49-F238E27FC236}">
                <a16:creationId xmlns:a16="http://schemas.microsoft.com/office/drawing/2014/main" id="{E21B58B1-4044-4DC0-8DA3-EB703ACE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877" y="3004463"/>
            <a:ext cx="2928406" cy="2643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Resultado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Selección de magnitud y unidades">
            <a:extLst xmlns:a="http://schemas.openxmlformats.org/drawingml/2006/main">
              <a:ext uri="{FF2B5EF4-FFF2-40B4-BE49-F238E27FC236}">
                <a16:creationId xmlns:a16="http://schemas.microsoft.com/office/drawing/2014/main" id="{E4CAECE9-3FFC-4C88-A4D5-37577942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647" y="3004463"/>
            <a:ext cx="2808301" cy="2643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Selección de magnitud y unidades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Inicio de consola">
            <a:extLst xmlns:a="http://schemas.openxmlformats.org/drawingml/2006/main">
              <a:ext uri="{FF2B5EF4-FFF2-40B4-BE49-F238E27FC236}">
                <a16:creationId xmlns:a16="http://schemas.microsoft.com/office/drawing/2014/main" id="{3A66B1A8-66BC-4834-9397-19290233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7" y="3004463"/>
            <a:ext cx="2808061" cy="2643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Inicio de consola</a:t>
            </a:r>
          </a:p>
        </p:txBody>
      </p:sp>
      <p:sp>
        <p:nvSpPr>
          <p:cNvPr id="5" name="CAPTURA PENDIENTE - Inicio de sesión válido">
            <a:extLst xmlns:a="http://schemas.openxmlformats.org/drawingml/2006/main">
              <a:ext uri="{FF2B5EF4-FFF2-40B4-BE49-F238E27FC236}">
                <a16:creationId xmlns:a16="http://schemas.microsoft.com/office/drawing/2014/main" id="{177E390A-90F6-42BA-A0CF-1B58A083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647" y="1933668"/>
            <a:ext cx="2868295" cy="803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Inicio de sesión válido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311277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7" name="Google Shape;267;p27">
            <a:extLst xmlns:a="http://schemas.openxmlformats.org/drawingml/2006/main">
              <a:ext uri="{FF2B5EF4-FFF2-40B4-BE49-F238E27FC236}">
                <a16:creationId xmlns:a16="http://schemas.microsoft.com/office/drawing/2014/main" id="{70C9303E-9683-40D2-B86B-8A9B610F81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68" name="Google Shape;268;p27">
            <a:extLst xmlns:a="http://schemas.openxmlformats.org/drawingml/2006/main">
              <a:ext uri="{FF2B5EF4-FFF2-40B4-BE49-F238E27FC236}">
                <a16:creationId xmlns:a16="http://schemas.microsoft.com/office/drawing/2014/main" id="{7942F71C-0E4A-4FFC-827E-6378D133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9" name="Google Shape;269;p27">
            <a:extLst xmlns:a="http://schemas.openxmlformats.org/drawingml/2006/main">
              <a:ext uri="{FF2B5EF4-FFF2-40B4-BE49-F238E27FC236}">
                <a16:creationId xmlns:a16="http://schemas.microsoft.com/office/drawing/2014/main" id="{8266C93D-C226-440C-B0F7-2AFDE95F66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02979"/>
            <a:ext cx="8589300" cy="117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b="1">
                <a:latin typeface="Cambria"/>
                <a:ea typeface="Cambria"/>
                <a:cs typeface="Cambria"/>
              </a:rPr>
              <a:t>1.4 CLIENTE ESCRITORIO</a:t>
            </a: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b="1">
                <a:latin typeface="Cambria"/>
                <a:ea typeface="Cambria"/>
                <a:cs typeface="Cambria"/>
              </a:rPr>
              <a:t>WPF net10.0-windows. VentanaPrincipal.xaml delega operaciones en ControladorConversor.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royecto WPF net10.0-windows">
            <a:extLst xmlns:a="http://schemas.openxmlformats.org/drawingml/2006/main">
              <a:ext uri="{FF2B5EF4-FFF2-40B4-BE49-F238E27FC236}">
                <a16:creationId xmlns:a16="http://schemas.microsoft.com/office/drawing/2014/main" id="{663269E7-24D7-4AA2-A226-27FB469F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4819" y="3270983"/>
            <a:ext cx="4144010" cy="28282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Proyecto WPF net10.0-windows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621250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g31974b856cc_0_109">
            <a:extLst xmlns:a="http://schemas.openxmlformats.org/drawingml/2006/main">
              <a:ext uri="{FF2B5EF4-FFF2-40B4-BE49-F238E27FC236}">
                <a16:creationId xmlns:a16="http://schemas.microsoft.com/office/drawing/2014/main" id="{0A34471A-4E09-4395-A44B-95CD179694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01" name="Google Shape;301;g31974b856cc_0_109">
            <a:extLst xmlns:a="http://schemas.openxmlformats.org/drawingml/2006/main">
              <a:ext uri="{FF2B5EF4-FFF2-40B4-BE49-F238E27FC236}">
                <a16:creationId xmlns:a16="http://schemas.microsoft.com/office/drawing/2014/main" id="{847FFC6E-BFA5-423F-90AE-C815A7B84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2" name="Google Shape;302;g31974b856cc_0_109">
            <a:extLst xmlns:a="http://schemas.openxmlformats.org/drawingml/2006/main">
              <a:ext uri="{FF2B5EF4-FFF2-40B4-BE49-F238E27FC236}">
                <a16:creationId xmlns:a16="http://schemas.microsoft.com/office/drawing/2014/main" id="{8A238687-683F-4AE2-86E2-FCC4432B56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7158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>
                <a:latin typeface="Cambria"/>
                <a:ea typeface="Cambria"/>
                <a:cs typeface="Cambria"/>
              </a:rPr>
              <a:t>WPF organiza modelos, vistas XAML, controladores y servicios remotos mediante MVC.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2" name="CuadroTexto 11">
            <a:extLst xmlns:a="http://schemas.openxmlformats.org/drawingml/2006/main"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109" y="3269217"/>
            <a:ext cx="1712150" cy="6463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Modelo: sesión y conversión.</a:t>
            </a:r>
            <a:endParaRPr/>
          </a:p>
        </p:txBody>
      </p:sp>
      <p:sp>
        <p:nvSpPr>
          <p:cNvPr id="19" name="CuadroTexto 18">
            <a:extLst xmlns:a="http://schemas.openxmlformats.org/drawingml/2006/main"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4191" y="4553152"/>
            <a:ext cx="2633381" cy="9233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Controlador: comprueba sesión y llama al adaptador.</a:t>
            </a:r>
            <a:endParaRPr/>
          </a:p>
        </p:txBody>
      </p:sp>
      <p:sp>
        <p:nvSpPr>
          <p:cNvPr id="2" name="CAPTURA PENDIENTE - Carpetas MVC del escritorio">
            <a:extLst xmlns:a="http://schemas.openxmlformats.org/drawingml/2006/main">
              <a:ext uri="{FF2B5EF4-FFF2-40B4-BE49-F238E27FC236}">
                <a16:creationId xmlns:a16="http://schemas.microsoft.com/office/drawing/2014/main" id="{3E48AA06-D457-4923-9F04-A4D9C744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4259" y="4377212"/>
            <a:ext cx="3666875" cy="2355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Carpetas MVC del escritorio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Adaptador remoto del escritorio">
            <a:extLst xmlns:a="http://schemas.openxmlformats.org/drawingml/2006/main">
              <a:ext uri="{FF2B5EF4-FFF2-40B4-BE49-F238E27FC236}">
                <a16:creationId xmlns:a16="http://schemas.microsoft.com/office/drawing/2014/main" id="{43BF684B-EF2E-4949-AFE7-D0BD1F0D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023" y="3893361"/>
            <a:ext cx="274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Adaptador remoto del escritorio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Modelos del escritorio">
            <a:extLst xmlns:a="http://schemas.openxmlformats.org/drawingml/2006/main">
              <a:ext uri="{FF2B5EF4-FFF2-40B4-BE49-F238E27FC236}">
                <a16:creationId xmlns:a16="http://schemas.microsoft.com/office/drawing/2014/main" id="{111AEBB2-3286-4EF1-88DC-095C99C5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1811" y="3836431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Modelos del escritorio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CAPTURA PENDIENTE - ControladorConversor.cs">
            <a:extLst xmlns:a="http://schemas.openxmlformats.org/drawingml/2006/main">
              <a:ext uri="{FF2B5EF4-FFF2-40B4-BE49-F238E27FC236}">
                <a16:creationId xmlns:a16="http://schemas.microsoft.com/office/drawing/2014/main" id="{BFE6003C-75DA-45A6-B0A3-DFE0CFC4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8311" y="2609850"/>
            <a:ext cx="30194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ControladorConversor.cs</a:t>
            </a:r>
          </a:p>
        </p:txBody>
      </p:sp>
    </p:spTree>
    <p:extLst>
      <p:ext uri="{BB962C8B-B14F-4D97-AF65-F5344CB8AC3E}">
        <p14:creationId xmlns:p14="http://schemas.microsoft.com/office/powerpoint/2010/main" val="93274083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8" name="Google Shape;308;g31974b856cc_0_128">
            <a:extLst xmlns:a="http://schemas.openxmlformats.org/drawingml/2006/main">
              <a:ext uri="{FF2B5EF4-FFF2-40B4-BE49-F238E27FC236}">
                <a16:creationId xmlns:a16="http://schemas.microsoft.com/office/drawing/2014/main" id="{94BF4D65-12CF-4C01-85F8-BDB5F49C9A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09" name="Google Shape;309;g31974b856cc_0_128">
            <a:extLst xmlns:a="http://schemas.openxmlformats.org/drawingml/2006/main">
              <a:ext uri="{FF2B5EF4-FFF2-40B4-BE49-F238E27FC236}">
                <a16:creationId xmlns:a16="http://schemas.microsoft.com/office/drawing/2014/main" id="{FB6A51F5-B120-4023-95FE-E104B38F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0" name="Google Shape;310;g31974b856cc_0_128">
            <a:extLst xmlns:a="http://schemas.openxmlformats.org/drawingml/2006/main">
              <a:ext uri="{FF2B5EF4-FFF2-40B4-BE49-F238E27FC236}">
                <a16:creationId xmlns:a16="http://schemas.microsoft.com/office/drawing/2014/main" id="{995AAE6C-6DE5-4D45-B04A-5756F88348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7158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sz="1800">
                <a:latin typeface="Calibri"/>
                <a:ea typeface="Calibri"/>
                <a:cs typeface="Calibri"/>
              </a:rPr>
              <a:t>VentanaPrincipal.xaml contiene los controles de acceso y conversión. El código asociado gestiona eventos y actualiza la vista con resultados y errores.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VentanaPrincipal.xaml y controles WPF">
            <a:extLst xmlns:a="http://schemas.openxmlformats.org/drawingml/2006/main">
              <a:ext uri="{FF2B5EF4-FFF2-40B4-BE49-F238E27FC236}">
                <a16:creationId xmlns:a16="http://schemas.microsoft.com/office/drawing/2014/main" id="{FD6BCCEA-27B7-4124-B944-480E5C1E8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248" y="2831802"/>
            <a:ext cx="8424537" cy="33240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VentanaPrincipal.xaml y controles WPF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939133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6" name="Google Shape;316;g31974b856cc_0_137">
            <a:extLst xmlns:a="http://schemas.openxmlformats.org/drawingml/2006/main">
              <a:ext uri="{FF2B5EF4-FFF2-40B4-BE49-F238E27FC236}">
                <a16:creationId xmlns:a16="http://schemas.microsoft.com/office/drawing/2014/main" id="{631C9086-145A-415F-8486-DCAA7C98C6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17" name="Google Shape;317;g31974b856cc_0_137">
            <a:extLst xmlns:a="http://schemas.openxmlformats.org/drawingml/2006/main">
              <a:ext uri="{FF2B5EF4-FFF2-40B4-BE49-F238E27FC236}">
                <a16:creationId xmlns:a16="http://schemas.microsoft.com/office/drawing/2014/main" id="{E1BC0419-D9EC-4C92-9B0F-0FAAF546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8" name="Google Shape;318;g31974b856cc_0_137">
            <a:extLst xmlns:a="http://schemas.openxmlformats.org/drawingml/2006/main">
              <a:ext uri="{FF2B5EF4-FFF2-40B4-BE49-F238E27FC236}">
                <a16:creationId xmlns:a16="http://schemas.microsoft.com/office/drawing/2014/main" id="{1ECEA849-1B6F-43FB-9A8A-52FA6E9F70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326975" y="2523925"/>
            <a:ext cx="28083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Acceso del cliente WPF. Las credenciales iniciales exactas son Monster / Monster9. Una sesión válida habilita las conversiones.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Acceso del cliente WPF">
            <a:extLst xmlns:a="http://schemas.openxmlformats.org/drawingml/2006/main">
              <a:ext uri="{FF2B5EF4-FFF2-40B4-BE49-F238E27FC236}">
                <a16:creationId xmlns:a16="http://schemas.microsoft.com/office/drawing/2014/main" id="{091CA7AD-0B4C-4DD1-82AB-5CD1430B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92" y="2329030"/>
            <a:ext cx="5218973" cy="33366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Acceso del cliente WPF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528616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4" name="Google Shape;334;g2d6d00c5bd2_2_19">
            <a:extLst xmlns:a="http://schemas.openxmlformats.org/drawingml/2006/main">
              <a:ext uri="{FF2B5EF4-FFF2-40B4-BE49-F238E27FC236}">
                <a16:creationId xmlns:a16="http://schemas.microsoft.com/office/drawing/2014/main" id="{EA4691D2-CB1E-4B0A-8999-207B0C5410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35" name="Google Shape;335;g2d6d00c5bd2_2_19">
            <a:extLst xmlns:a="http://schemas.openxmlformats.org/drawingml/2006/main">
              <a:ext uri="{FF2B5EF4-FFF2-40B4-BE49-F238E27FC236}">
                <a16:creationId xmlns:a16="http://schemas.microsoft.com/office/drawing/2014/main" id="{AF3E9164-8EBA-4894-8D62-87F2AA60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6" name="Google Shape;336;g2d6d00c5bd2_2_19">
            <a:extLst xmlns:a="http://schemas.openxmlformats.org/drawingml/2006/main">
              <a:ext uri="{FF2B5EF4-FFF2-40B4-BE49-F238E27FC236}">
                <a16:creationId xmlns:a16="http://schemas.microsoft.com/office/drawing/2014/main" id="{B8A21A5A-18A3-4280-A027-A9DA4E1B72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791950" y="2411875"/>
            <a:ext cx="32289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Selecciona magnitud y unidades e ingresa el valor. ControladorConversor solicita la operación al servicio y devuelve el resultado a la ventana.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versión desde WPF">
            <a:extLst xmlns:a="http://schemas.openxmlformats.org/drawingml/2006/main">
              <a:ext uri="{FF2B5EF4-FFF2-40B4-BE49-F238E27FC236}">
                <a16:creationId xmlns:a16="http://schemas.microsoft.com/office/drawing/2014/main" id="{8127F732-C93D-4E2A-B778-8E58DD31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103" y="2513572"/>
            <a:ext cx="3898097" cy="31162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Conversión desde WPF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190394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2" name="Google Shape;342;p32">
            <a:extLst xmlns:a="http://schemas.openxmlformats.org/drawingml/2006/main">
              <a:ext uri="{FF2B5EF4-FFF2-40B4-BE49-F238E27FC236}">
                <a16:creationId xmlns:a16="http://schemas.microsoft.com/office/drawing/2014/main" id="{6F3D400C-432B-4105-9C4B-3B95903130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43" name="Google Shape;343;p32">
            <a:extLst xmlns:a="http://schemas.openxmlformats.org/drawingml/2006/main">
              <a:ext uri="{FF2B5EF4-FFF2-40B4-BE49-F238E27FC236}">
                <a16:creationId xmlns:a16="http://schemas.microsoft.com/office/drawing/2014/main" id="{8D2243E5-DFD3-47E7-83AA-5926524C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4" name="Google Shape;344;p32">
            <a:extLst xmlns:a="http://schemas.openxmlformats.org/drawingml/2006/main">
              <a:ext uri="{FF2B5EF4-FFF2-40B4-BE49-F238E27FC236}">
                <a16:creationId xmlns:a16="http://schemas.microsoft.com/office/drawing/2014/main" id="{CDCE72B4-58DD-4A31-9397-74FC0E44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0" y="1868348"/>
            <a:ext cx="8576700" cy="182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1.5 CLIENTE WEB</a:t>
            </a: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ASP.NET Core MVC utiliza ControladorInicio, modelos, vistas Razor y un adaptador en Servicios.</a:t>
            </a: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perfil de lanzamiento escucha en http://127.0.0.1:5082.</a:t>
            </a:r>
            <a:endParaRPr sz="2000">
              <a:solidFill>
                <a:srgbClr val="3D3D3D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Aplicacion.cs y configuración de sesión">
            <a:extLst xmlns:a="http://schemas.openxmlformats.org/drawingml/2006/main">
              <a:ext uri="{FF2B5EF4-FFF2-40B4-BE49-F238E27FC236}">
                <a16:creationId xmlns:a16="http://schemas.microsoft.com/office/drawing/2014/main" id="{1ED333B1-B57A-47DA-B5B8-5256D401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3999" y="3524211"/>
            <a:ext cx="4959666" cy="30379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Aplicacion.cs y configuración de sesión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Estructura ASP.NET Core MVC">
            <a:extLst xmlns:a="http://schemas.openxmlformats.org/drawingml/2006/main">
              <a:ext uri="{FF2B5EF4-FFF2-40B4-BE49-F238E27FC236}">
                <a16:creationId xmlns:a16="http://schemas.microsoft.com/office/drawing/2014/main" id="{D4EC0DD7-0BA2-43B1-9C3E-B21DA267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356" y="3839056"/>
            <a:ext cx="2095500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Estructura ASP.NET Core MVC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818510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6" name="Google Shape;376;g319782968e5_0_88">
            <a:extLst xmlns:a="http://schemas.openxmlformats.org/drawingml/2006/main">
              <a:ext uri="{FF2B5EF4-FFF2-40B4-BE49-F238E27FC236}">
                <a16:creationId xmlns:a16="http://schemas.microsoft.com/office/drawing/2014/main" id="{FF858AE5-5A9E-48AB-B326-9ECA5AC0C5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77" name="Google Shape;377;g319782968e5_0_88">
            <a:extLst xmlns:a="http://schemas.openxmlformats.org/drawingml/2006/main">
              <a:ext uri="{FF2B5EF4-FFF2-40B4-BE49-F238E27FC236}">
                <a16:creationId xmlns:a16="http://schemas.microsoft.com/office/drawing/2014/main" id="{0846EDBC-A994-4735-930F-7D21DAC6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8" name="Google Shape;378;g319782968e5_0_88">
            <a:extLst xmlns:a="http://schemas.openxmlformats.org/drawingml/2006/main">
              <a:ext uri="{FF2B5EF4-FFF2-40B4-BE49-F238E27FC236}">
                <a16:creationId xmlns:a16="http://schemas.microsoft.com/office/drawing/2014/main" id="{AA022621-841E-41DE-9FA6-1EB085B437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444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sz="1800">
                <a:latin typeface="Calibri"/>
                <a:ea typeface="Calibri"/>
                <a:cs typeface="Calibri"/>
              </a:rPr>
              <a:t>Convertir.cshtml presenta unidades y resultado. ControladorInicio usa ClienteRest y conserva el token en sesión HTTP.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13" name="CuadroTexto 12">
            <a:extLst xmlns:a="http://schemas.openxmlformats.org/drawingml/2006/main"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417" y="4185628"/>
            <a:ext cx="2624418" cy="9233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libri"/>
                <a:ea typeface="Calibri"/>
                <a:cs typeface="Calibri"/>
              </a:rPr>
              <a:t>El formulario Razor llama a la acción MVC y muestra el resultado.</a:t>
            </a:r>
            <a:endParaRPr/>
          </a:p>
        </p:txBody>
      </p:sp>
      <p:sp>
        <p:nvSpPr>
          <p:cNvPr id="2" name="CAPTURA PENDIENTE - Controlador y respuesta de conversión">
            <a:extLst xmlns:a="http://schemas.openxmlformats.org/drawingml/2006/main">
              <a:ext uri="{FF2B5EF4-FFF2-40B4-BE49-F238E27FC236}">
                <a16:creationId xmlns:a16="http://schemas.microsoft.com/office/drawing/2014/main" id="{50F1EE2D-3E68-4D94-93CB-4966AFFE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9277" y="3132944"/>
            <a:ext cx="3959600" cy="35453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Controlador y respuesta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Formulario Razor de conversión">
            <a:extLst xmlns:a="http://schemas.openxmlformats.org/drawingml/2006/main">
              <a:ext uri="{FF2B5EF4-FFF2-40B4-BE49-F238E27FC236}">
                <a16:creationId xmlns:a16="http://schemas.microsoft.com/office/drawing/2014/main" id="{5324AC23-B32E-46E5-90FD-3A5E7DF9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168" y="3132944"/>
            <a:ext cx="1448002" cy="9050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Formulario Razor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078355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4" name="Google Shape;384;g319782968e5_0_73">
            <a:extLst xmlns:a="http://schemas.openxmlformats.org/drawingml/2006/main">
              <a:ext uri="{FF2B5EF4-FFF2-40B4-BE49-F238E27FC236}">
                <a16:creationId xmlns:a16="http://schemas.microsoft.com/office/drawing/2014/main" id="{6A2FAE19-AC14-4BF2-927B-AEA9795A88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85" name="Google Shape;385;g319782968e5_0_73">
            <a:extLst xmlns:a="http://schemas.openxmlformats.org/drawingml/2006/main">
              <a:ext uri="{FF2B5EF4-FFF2-40B4-BE49-F238E27FC236}">
                <a16:creationId xmlns:a16="http://schemas.microsoft.com/office/drawing/2014/main" id="{8617036F-2A5C-47F6-8501-538E6BFC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6" name="Google Shape;386;g319782968e5_0_73">
            <a:extLst xmlns:a="http://schemas.openxmlformats.org/drawingml/2006/main">
              <a:ext uri="{FF2B5EF4-FFF2-40B4-BE49-F238E27FC236}">
                <a16:creationId xmlns:a16="http://schemas.microsoft.com/office/drawing/2014/main" id="{53D76D59-3386-4F7A-8377-0212CC3CFE1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7158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>
                <a:latin typeface="Cambria"/>
                <a:ea typeface="Cambria"/>
                <a:cs typeface="Cambria"/>
              </a:rPr>
              <a:t>IniciarSesion.cshtml envía credenciales a ControladorInicio. La acción autentica y almacena el token para las conversiones.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Formulario Razor de acceso">
            <a:extLst xmlns:a="http://schemas.openxmlformats.org/drawingml/2006/main">
              <a:ext uri="{FF2B5EF4-FFF2-40B4-BE49-F238E27FC236}">
                <a16:creationId xmlns:a16="http://schemas.microsoft.com/office/drawing/2014/main" id="{3F838D8B-14B2-4CD8-9567-BA215EFD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070" y="2850777"/>
            <a:ext cx="4143559" cy="37087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Formulario Razor de acceso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7070862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0" name="Google Shape;400;g319782968e5_0_112">
            <a:extLst xmlns:a="http://schemas.openxmlformats.org/drawingml/2006/main">
              <a:ext uri="{FF2B5EF4-FFF2-40B4-BE49-F238E27FC236}">
                <a16:creationId xmlns:a16="http://schemas.microsoft.com/office/drawing/2014/main" id="{125EE375-019E-4820-AABD-8D976776D6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01" name="Google Shape;401;g319782968e5_0_112">
            <a:extLst xmlns:a="http://schemas.openxmlformats.org/drawingml/2006/main">
              <a:ext uri="{FF2B5EF4-FFF2-40B4-BE49-F238E27FC236}">
                <a16:creationId xmlns:a16="http://schemas.microsoft.com/office/drawing/2014/main" id="{4B0437FC-7FA5-4BFF-AAB9-1B5DD477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2" name="Google Shape;402;g319782968e5_0_112">
            <a:extLst xmlns:a="http://schemas.openxmlformats.org/drawingml/2006/main">
              <a:ext uri="{FF2B5EF4-FFF2-40B4-BE49-F238E27FC236}">
                <a16:creationId xmlns:a16="http://schemas.microsoft.com/office/drawing/2014/main" id="{286C5F8A-C9F9-4E06-9E2E-B137E2FFEB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39100" y="1913200"/>
            <a:ext cx="8038500" cy="180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Inicia primero el servidor y después el cliente web. Abre http://127.0.0.1:5082 y revisa la pantalla de acceso antes de convertir.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liente web ejecutándose">
            <a:extLst xmlns:a="http://schemas.openxmlformats.org/drawingml/2006/main">
              <a:ext uri="{FF2B5EF4-FFF2-40B4-BE49-F238E27FC236}">
                <a16:creationId xmlns:a16="http://schemas.microsoft.com/office/drawing/2014/main" id="{3BC82B9D-141E-4A6F-B487-EA586761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268" y="3257334"/>
            <a:ext cx="3200847" cy="30865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Cliente web ejecutándose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9309855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0" name="Google Shape;410;g319782968e5_0_135">
            <a:extLst xmlns:a="http://schemas.openxmlformats.org/drawingml/2006/main">
              <a:ext uri="{FF2B5EF4-FFF2-40B4-BE49-F238E27FC236}">
                <a16:creationId xmlns:a16="http://schemas.microsoft.com/office/drawing/2014/main" id="{4C2BE65E-EF5A-45B2-8C87-B52FAD5C8E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11" name="Google Shape;411;g319782968e5_0_135">
            <a:extLst xmlns:a="http://schemas.openxmlformats.org/drawingml/2006/main">
              <a:ext uri="{FF2B5EF4-FFF2-40B4-BE49-F238E27FC236}">
                <a16:creationId xmlns:a16="http://schemas.microsoft.com/office/drawing/2014/main" id="{802F2896-151C-405F-B4CD-77F91542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2" name="Google Shape;412;g319782968e5_0_135">
            <a:extLst xmlns:a="http://schemas.openxmlformats.org/drawingml/2006/main">
              <a:ext uri="{FF2B5EF4-FFF2-40B4-BE49-F238E27FC236}">
                <a16:creationId xmlns:a16="http://schemas.microsoft.com/office/drawing/2014/main" id="{C6E8773D-D414-437F-8BD5-DA93A006C4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326975" y="2523925"/>
            <a:ext cx="28083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Inicia sesión con Monster / Monster9. Si el token caduca, vuelve a autenticarte antes de solicitar una conversión.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Inicio de sesión web">
            <a:extLst xmlns:a="http://schemas.openxmlformats.org/drawingml/2006/main">
              <a:ext uri="{FF2B5EF4-FFF2-40B4-BE49-F238E27FC236}">
                <a16:creationId xmlns:a16="http://schemas.microsoft.com/office/drawing/2014/main" id="{C394E801-C15E-45DC-B260-08AA3ABA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339" y="2523935"/>
            <a:ext cx="5399437" cy="36954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pic>
        <p:nvPicPr>
          <p:cNvPr id="413" name="">
            <a:extLst xmlns:a="http://schemas.openxmlformats.org/drawingml/2006/main">
              <a:ext uri="{FF2B5EF4-FFF2-40B4-BE49-F238E27FC236}">
                <a16:creationId xmlns:a16="http://schemas.microsoft.com/office/drawing/2014/main" id="{BC80C51E-2E15-4C53-A4AA-5E8EFC2B0B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93459048ce4fa0"/>
          <a:stretch xmlns:a="http://schemas.openxmlformats.org/drawingml/2006/main"/>
        </p:blipFill>
        <p:spPr>
          <a:xfrm xmlns:a="http://schemas.openxmlformats.org/drawingml/2006/main">
            <a:off x="1374102" y="2590610"/>
            <a:ext cx="4257909" cy="356206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33761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8" name="Google Shape;418;g319782968e5_0_123">
            <a:extLst xmlns:a="http://schemas.openxmlformats.org/drawingml/2006/main">
              <a:ext uri="{FF2B5EF4-FFF2-40B4-BE49-F238E27FC236}">
                <a16:creationId xmlns:a16="http://schemas.microsoft.com/office/drawing/2014/main" id="{7EF02B29-B7F6-4F28-A7C1-F0D5694783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19" name="Google Shape;419;g319782968e5_0_123">
            <a:extLst xmlns:a="http://schemas.openxmlformats.org/drawingml/2006/main">
              <a:ext uri="{FF2B5EF4-FFF2-40B4-BE49-F238E27FC236}">
                <a16:creationId xmlns:a16="http://schemas.microsoft.com/office/drawing/2014/main" id="{3CD72832-E7B0-4004-94B2-D1A4C9A0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0" name="Google Shape;420;g319782968e5_0_123">
            <a:extLst xmlns:a="http://schemas.openxmlformats.org/drawingml/2006/main">
              <a:ext uri="{FF2B5EF4-FFF2-40B4-BE49-F238E27FC236}">
                <a16:creationId xmlns:a16="http://schemas.microsoft.com/office/drawing/2014/main" id="{2C687DC7-0C9B-4D34-A8FE-13272CBC425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523925"/>
            <a:ext cx="28083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La vista permite seleccionar longitud, masa o temperatura. El catálogo actual contiene siete unidades de longitud, siete de masa y seis de temperatura.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versión desde el navegador">
            <a:extLst xmlns:a="http://schemas.openxmlformats.org/drawingml/2006/main">
              <a:ext uri="{FF2B5EF4-FFF2-40B4-BE49-F238E27FC236}">
                <a16:creationId xmlns:a16="http://schemas.microsoft.com/office/drawing/2014/main" id="{9BC455B7-E39D-443C-87AE-7A64222F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937" y="2381060"/>
            <a:ext cx="5399437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pic>
        <p:nvPicPr>
          <p:cNvPr id="421" name="">
            <a:extLst xmlns:a="http://schemas.openxmlformats.org/drawingml/2006/main">
              <a:ext uri="{FF2B5EF4-FFF2-40B4-BE49-F238E27FC236}">
                <a16:creationId xmlns:a16="http://schemas.microsoft.com/office/drawing/2014/main" id="{7E22153B-3182-4E27-8436-B9E8A0D40A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523f9b6d554d46"/>
          <a:stretch xmlns:a="http://schemas.openxmlformats.org/drawingml/2006/main"/>
        </p:blipFill>
        <p:spPr>
          <a:xfrm xmlns:a="http://schemas.openxmlformats.org/drawingml/2006/main">
            <a:off x="4440646" y="2447735"/>
            <a:ext cx="3892019" cy="3676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54513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6" name="Google Shape;426;p37">
            <a:extLst xmlns:a="http://schemas.openxmlformats.org/drawingml/2006/main">
              <a:ext uri="{FF2B5EF4-FFF2-40B4-BE49-F238E27FC236}">
                <a16:creationId xmlns:a16="http://schemas.microsoft.com/office/drawing/2014/main" id="{9CCE997F-6BF8-4C70-9DA8-3EE09E6EFD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27" name="Google Shape;427;p37">
            <a:extLst xmlns:a="http://schemas.openxmlformats.org/drawingml/2006/main">
              <a:ext uri="{FF2B5EF4-FFF2-40B4-BE49-F238E27FC236}">
                <a16:creationId xmlns:a16="http://schemas.microsoft.com/office/drawing/2014/main" id="{615D7900-28B5-4E15-812F-59221FE7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8" name="Google Shape;428;p37">
            <a:extLst xmlns:a="http://schemas.openxmlformats.org/drawingml/2006/main">
              <a:ext uri="{FF2B5EF4-FFF2-40B4-BE49-F238E27FC236}">
                <a16:creationId xmlns:a16="http://schemas.microsoft.com/office/drawing/2014/main" id="{AC90E968-3B38-4B05-9596-01CE2AD3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75" y="1921878"/>
            <a:ext cx="8576700" cy="73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429" name="Google Shape;429;p37">
            <a:extLst xmlns:a="http://schemas.openxmlformats.org/drawingml/2006/main">
              <a:ext uri="{FF2B5EF4-FFF2-40B4-BE49-F238E27FC236}">
                <a16:creationId xmlns:a16="http://schemas.microsoft.com/office/drawing/2014/main" id="{BEEC6266-9AC3-4035-ACDF-DB13A2CEF3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253923"/>
            <a:ext cx="41781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La aplicación es .NET MAUI con XAML y C#, destino net10.0-android. Usa el SDK Android y JDK configurados por el proyecto.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El emulador accede al equipo anfitrión con 10.0.2.2; revisa la URL del adaptador.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royecto .NET MAUI Android">
            <a:extLst xmlns:a="http://schemas.openxmlformats.org/drawingml/2006/main">
              <a:ext uri="{FF2B5EF4-FFF2-40B4-BE49-F238E27FC236}">
                <a16:creationId xmlns:a16="http://schemas.microsoft.com/office/drawing/2014/main" id="{50C86C09-A255-49F6-9411-BB349FB9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75" y="5528800"/>
            <a:ext cx="4335775" cy="59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Proyecto .NET MAUI Android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Configuración Android y net10.0-android">
            <a:extLst xmlns:a="http://schemas.openxmlformats.org/drawingml/2006/main">
              <a:ext uri="{FF2B5EF4-FFF2-40B4-BE49-F238E27FC236}">
                <a16:creationId xmlns:a16="http://schemas.microsoft.com/office/drawing/2014/main" id="{25DA522F-0895-4629-81B9-37D7BCB5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937" y="4209124"/>
            <a:ext cx="3622500" cy="191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Android y net10.0-android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SDK Manager y emulador Android">
            <a:extLst xmlns:a="http://schemas.openxmlformats.org/drawingml/2006/main">
              <a:ext uri="{FF2B5EF4-FFF2-40B4-BE49-F238E27FC236}">
                <a16:creationId xmlns:a16="http://schemas.microsoft.com/office/drawing/2014/main" id="{554899BC-2CDC-4865-BB5B-01E3D2D8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749" y="2402189"/>
            <a:ext cx="1606875" cy="169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SDK Manager y emulador Android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0809531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7" name="Google Shape;437;g2d624313899_0_157">
            <a:extLst xmlns:a="http://schemas.openxmlformats.org/drawingml/2006/main">
              <a:ext uri="{FF2B5EF4-FFF2-40B4-BE49-F238E27FC236}">
                <a16:creationId xmlns:a16="http://schemas.microsoft.com/office/drawing/2014/main" id="{AA9BD4C8-D384-4C2D-9BB9-A9A9C6BEFA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38" name="Google Shape;438;g2d624313899_0_157">
            <a:extLst xmlns:a="http://schemas.openxmlformats.org/drawingml/2006/main">
              <a:ext uri="{FF2B5EF4-FFF2-40B4-BE49-F238E27FC236}">
                <a16:creationId xmlns:a16="http://schemas.microsoft.com/office/drawing/2014/main" id="{AB4844BB-901C-4E07-9115-F11B0D95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9" name="Google Shape;439;g2d624313899_0_157">
            <a:extLst xmlns:a="http://schemas.openxmlformats.org/drawingml/2006/main">
              <a:ext uri="{FF2B5EF4-FFF2-40B4-BE49-F238E27FC236}">
                <a16:creationId xmlns:a16="http://schemas.microsoft.com/office/drawing/2014/main" id="{FE90CDA8-31A9-41A9-B581-3FAC2EE059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253925"/>
            <a:ext cx="3644100" cy="348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Estructura del Proyecto (MVC)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Modelos representa datos y sesión. Vistas contiene PaginaPrincipal.xaml; Controladores coordina el flujo y Servicios contiene el adaptador.</a:t>
            </a:r>
            <a:endParaRPr sz="1564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arpetas MVC del móvil">
            <a:extLst xmlns:a="http://schemas.openxmlformats.org/drawingml/2006/main">
              <a:ext uri="{FF2B5EF4-FFF2-40B4-BE49-F238E27FC236}">
                <a16:creationId xmlns:a16="http://schemas.microsoft.com/office/drawing/2014/main" id="{112061D5-DCD0-40EF-968A-DFC2D04F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1537" y="2559253"/>
            <a:ext cx="3225165" cy="3159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Carpetas MVC del móvil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42613446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5" name="Google Shape;445;g2d624313899_0_172">
            <a:extLst xmlns:a="http://schemas.openxmlformats.org/drawingml/2006/main">
              <a:ext uri="{FF2B5EF4-FFF2-40B4-BE49-F238E27FC236}">
                <a16:creationId xmlns:a16="http://schemas.microsoft.com/office/drawing/2014/main" id="{C1F0BCCD-9217-479F-8ECB-56A9CA432E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46" name="Google Shape;446;g2d624313899_0_172">
            <a:extLst xmlns:a="http://schemas.openxmlformats.org/drawingml/2006/main">
              <a:ext uri="{FF2B5EF4-FFF2-40B4-BE49-F238E27FC236}">
                <a16:creationId xmlns:a16="http://schemas.microsoft.com/office/drawing/2014/main" id="{8D09115B-A25D-4F17-8D68-0788FB7E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7" name="Google Shape;447;g2d624313899_0_172">
            <a:extLst xmlns:a="http://schemas.openxmlformats.org/drawingml/2006/main">
              <a:ext uri="{FF2B5EF4-FFF2-40B4-BE49-F238E27FC236}">
                <a16:creationId xmlns:a16="http://schemas.microsoft.com/office/drawing/2014/main" id="{19108DB1-3D90-4D7E-B6BA-B9A12159E5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91075" y="2222500"/>
            <a:ext cx="3888600" cy="1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Servicio: ClienteRest.cs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HttpClient y System.Text.Json envían solicitudes y procesan respuestas JSON.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448" name="Google Shape;448;g2d624313899_0_172">
            <a:extLst xmlns:a="http://schemas.openxmlformats.org/drawingml/2006/main">
              <a:ext uri="{FF2B5EF4-FFF2-40B4-BE49-F238E27FC236}">
                <a16:creationId xmlns:a16="http://schemas.microsoft.com/office/drawing/2014/main" id="{BFA7F93B-02F6-4AA4-A963-26D7344A46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698075" y="2222500"/>
            <a:ext cx="3888600" cy="1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Controlador: ControladorConversor.cs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Conserva la sesión y delega las conversiones en el adaptador remoto.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troladorConversor.cs del móvil">
            <a:extLst xmlns:a="http://schemas.openxmlformats.org/drawingml/2006/main">
              <a:ext uri="{FF2B5EF4-FFF2-40B4-BE49-F238E27FC236}">
                <a16:creationId xmlns:a16="http://schemas.microsoft.com/office/drawing/2014/main" id="{4B592B61-C742-4195-8165-417B6E42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0331" y="3710940"/>
            <a:ext cx="3802710" cy="28483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ControladorConversor.cs del móvil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ClienteRest.cs del móvil">
            <a:extLst xmlns:a="http://schemas.openxmlformats.org/drawingml/2006/main">
              <a:ext uri="{FF2B5EF4-FFF2-40B4-BE49-F238E27FC236}">
                <a16:creationId xmlns:a16="http://schemas.microsoft.com/office/drawing/2014/main" id="{E833F513-8033-4416-9E1E-E4BA1533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75" y="3711388"/>
            <a:ext cx="3478914" cy="22597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ClienteRest.cs del móvil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3464955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5" name="Google Shape;455;g2d624313899_0_193">
            <a:extLst xmlns:a="http://schemas.openxmlformats.org/drawingml/2006/main">
              <a:ext uri="{FF2B5EF4-FFF2-40B4-BE49-F238E27FC236}">
                <a16:creationId xmlns:a16="http://schemas.microsoft.com/office/drawing/2014/main" id="{419E1422-6131-4729-9104-F081E89F03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56" name="Google Shape;456;g2d624313899_0_193">
            <a:extLst xmlns:a="http://schemas.openxmlformats.org/drawingml/2006/main">
              <a:ext uri="{FF2B5EF4-FFF2-40B4-BE49-F238E27FC236}">
                <a16:creationId xmlns:a16="http://schemas.microsoft.com/office/drawing/2014/main" id="{7359F7D3-C4A0-43D4-BC7A-8C247542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7" name="Google Shape;457;g2d624313899_0_193">
            <a:extLst xmlns:a="http://schemas.openxmlformats.org/drawingml/2006/main">
              <a:ext uri="{FF2B5EF4-FFF2-40B4-BE49-F238E27FC236}">
                <a16:creationId xmlns:a16="http://schemas.microsoft.com/office/drawing/2014/main" id="{A9275859-5686-4991-A9A4-D703B3A6FE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91075" y="2222500"/>
            <a:ext cx="3888600" cy="1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Vista: PaginaPrincipal.xaml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Solicita Monster / Monster9 antes de habilitar la conversión.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458" name="Google Shape;458;g2d624313899_0_193">
            <a:extLst xmlns:a="http://schemas.openxmlformats.org/drawingml/2006/main">
              <a:ext uri="{FF2B5EF4-FFF2-40B4-BE49-F238E27FC236}">
                <a16:creationId xmlns:a16="http://schemas.microsoft.com/office/drawing/2014/main" id="{964BB2B0-9F5E-4F0B-99D2-39886145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698075" y="2222500"/>
            <a:ext cx="3888600" cy="1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 de conversión MAUI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Recoge magnitud, unidades y valor; muestra el resultado o el error.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Vista de conversión MAUI">
            <a:extLst xmlns:a="http://schemas.openxmlformats.org/drawingml/2006/main">
              <a:ext uri="{FF2B5EF4-FFF2-40B4-BE49-F238E27FC236}">
                <a16:creationId xmlns:a16="http://schemas.microsoft.com/office/drawing/2014/main" id="{5D2BE896-C9D6-4451-8421-875BD8CF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6586" y="3395466"/>
            <a:ext cx="3346888" cy="31212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Vista de conversión MAUI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Acceso en PaginaPrincipal.xaml">
            <a:extLst xmlns:a="http://schemas.openxmlformats.org/drawingml/2006/main">
              <a:ext uri="{FF2B5EF4-FFF2-40B4-BE49-F238E27FC236}">
                <a16:creationId xmlns:a16="http://schemas.microsoft.com/office/drawing/2014/main" id="{19BF357B-B2D4-4484-A803-3A3A0B58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071" y="3523400"/>
            <a:ext cx="3704493" cy="22902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Acceso en PaginaPrincipal.xaml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98972481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3" name="Google Shape;493;g2d6d00c5bd2_3_16">
            <a:extLst xmlns:a="http://schemas.openxmlformats.org/drawingml/2006/main">
              <a:ext uri="{FF2B5EF4-FFF2-40B4-BE49-F238E27FC236}">
                <a16:creationId xmlns:a16="http://schemas.microsoft.com/office/drawing/2014/main" id="{C6DAF0A7-5B8A-435E-9FF9-D12DCB12A0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94" name="Google Shape;494;g2d6d00c5bd2_3_16">
            <a:extLst xmlns:a="http://schemas.openxmlformats.org/drawingml/2006/main">
              <a:ext uri="{FF2B5EF4-FFF2-40B4-BE49-F238E27FC236}">
                <a16:creationId xmlns:a16="http://schemas.microsoft.com/office/drawing/2014/main" id="{F5854332-9F88-4F99-836D-29025368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5" name="Google Shape;495;g2d6d00c5bd2_3_16">
            <a:extLst xmlns:a="http://schemas.openxmlformats.org/drawingml/2006/main">
              <a:ext uri="{FF2B5EF4-FFF2-40B4-BE49-F238E27FC236}">
                <a16:creationId xmlns:a16="http://schemas.microsoft.com/office/drawing/2014/main" id="{E0B7C0A0-3477-435A-B68E-07DFDEC075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84125"/>
            <a:ext cx="8589300" cy="11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457200" lvl="0" indent="-31798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Ejecuta el servidor en el puerto 19082 y después inicia la aplicación Android. Confirma que el emulador o dispositivo pueda alcanzar la dirección configurada.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Ejecución en dispositivo Android">
            <a:extLst xmlns:a="http://schemas.openxmlformats.org/drawingml/2006/main">
              <a:ext uri="{FF2B5EF4-FFF2-40B4-BE49-F238E27FC236}">
                <a16:creationId xmlns:a16="http://schemas.microsoft.com/office/drawing/2014/main" id="{F7F24898-5E29-416B-B91C-F98BB55D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360" y="3132224"/>
            <a:ext cx="1577205" cy="346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Ejecución en dispositivo Android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Ejecución en emulador Android">
            <a:extLst xmlns:a="http://schemas.openxmlformats.org/drawingml/2006/main">
              <a:ext uri="{FF2B5EF4-FFF2-40B4-BE49-F238E27FC236}">
                <a16:creationId xmlns:a16="http://schemas.microsoft.com/office/drawing/2014/main" id="{2D123914-A870-495A-8538-9F7179BF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7289" y="3132225"/>
            <a:ext cx="1720640" cy="346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Ejecución en emulador Android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0204252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2" name="Google Shape;502;p41">
            <a:extLst xmlns:a="http://schemas.openxmlformats.org/drawingml/2006/main">
              <a:ext uri="{FF2B5EF4-FFF2-40B4-BE49-F238E27FC236}">
                <a16:creationId xmlns:a16="http://schemas.microsoft.com/office/drawing/2014/main" id="{4A25C6D9-F67A-44D2-A8E8-34B20D561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CONCLUSIONES</a:t>
            </a:r>
            <a:endParaRPr/>
          </a:p>
        </p:txBody>
      </p:sp>
      <p:sp>
        <p:nvSpPr>
          <p:cNvPr id="503" name="Google Shape;503;p41">
            <a:extLst xmlns:a="http://schemas.openxmlformats.org/drawingml/2006/main">
              <a:ext uri="{FF2B5EF4-FFF2-40B4-BE49-F238E27FC236}">
                <a16:creationId xmlns:a16="http://schemas.microsoft.com/office/drawing/2014/main" id="{13590F64-9417-42F2-9336-0B34F6E95A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300" cy="367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RESTFUL .NET integra un servidor y cuatro clientes con una lógica de conversión centralizada en IConversor&lt;TUnidad&gt;.</a:t>
            </a: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Consola, WPF, Razor MVC y MAUI conservan vistas nativas y separan la comunicación remota. Los datos y las sesiones permanecen en memoria.</a:t>
            </a:r>
            <a:endParaRPr sz="1900"/>
          </a:p>
        </p:txBody>
      </p:sp>
      <p:sp>
        <p:nvSpPr>
          <p:cNvPr id="504" name="Google Shape;504;p41">
            <a:extLst xmlns:a="http://schemas.openxmlformats.org/drawingml/2006/main">
              <a:ext uri="{FF2B5EF4-FFF2-40B4-BE49-F238E27FC236}">
                <a16:creationId xmlns:a16="http://schemas.microsoft.com/office/drawing/2014/main" id="{86598822-B981-4E64-9A9E-BE1540BE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4725011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9" name="Google Shape;509;p42">
            <a:extLst xmlns:a="http://schemas.openxmlformats.org/drawingml/2006/main">
              <a:ext uri="{FF2B5EF4-FFF2-40B4-BE49-F238E27FC236}">
                <a16:creationId xmlns:a16="http://schemas.microsoft.com/office/drawing/2014/main" id="{CEC6197F-3D20-42B0-975F-E26BDDA212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RECOMENDACIONES</a:t>
            </a:r>
            <a:endParaRPr/>
          </a:p>
        </p:txBody>
      </p:sp>
      <p:sp>
        <p:nvSpPr>
          <p:cNvPr id="510" name="Google Shape;510;p42">
            <a:extLst xmlns:a="http://schemas.openxmlformats.org/drawingml/2006/main">
              <a:ext uri="{FF2B5EF4-FFF2-40B4-BE49-F238E27FC236}">
                <a16:creationId xmlns:a16="http://schemas.microsoft.com/office/drawing/2014/main" id="{ECA8EAD6-1277-4E8B-8708-F1D395B2A2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025325"/>
            <a:ext cx="8500800" cy="42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Mantén el servidor activo y respeta las credenciales, rutas y encabezados del contrato.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Sincroniza catálogos, modelos y mensajes entre clientes. Registra capturas legibles de acceso y conversiones.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Al modificar fórmulas, comprueba valores conocidos y el recorrido de ida y vuelta.</a:t>
            </a:r>
            <a:endParaRPr sz="1900"/>
          </a:p>
        </p:txBody>
      </p:sp>
      <p:sp>
        <p:nvSpPr>
          <p:cNvPr id="511" name="Google Shape;511;p42">
            <a:extLst xmlns:a="http://schemas.openxmlformats.org/drawingml/2006/main">
              <a:ext uri="{FF2B5EF4-FFF2-40B4-BE49-F238E27FC236}">
                <a16:creationId xmlns:a16="http://schemas.microsoft.com/office/drawing/2014/main" id="{DE235F0C-609C-4EEA-9511-1EA7AAF6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1389243"/>
      </p:ext>
    </p:extLst>
  </p:cSld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2026-10-28T07:37:04.0980000Z</dcterms:created>
  <dcterms:modified xsi:type="dcterms:W3CDTF">2026-10-28T07:37:04.0980000Z</dcterms:modified>
</coreProperties>
</file>