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a5919c56914a0e" /><Relationship Type="http://schemas.openxmlformats.org/officeDocument/2006/relationships/extended-properties" Target="/docProps/app.xml" Id="R0b4b99b7ab0c4b14" /><Relationship Type="http://schemas.openxmlformats.org/officeDocument/2006/relationships/officeDocument" Target="/ppt/presentation.xml" Id="R8eb535f7c3134e00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09a7f7b68e2a4321"/>
  </p:sldMasterIdLst>
  <p:notesMasterIdLst>
    <p:notesMasterId xmlns:r="http://schemas.openxmlformats.org/officeDocument/2006/relationships" r:id="R97dbba94bcf44d61"/>
  </p:notesMasterIdLst>
  <p:sldIdLst>
    <p:sldId xmlns:r="http://schemas.openxmlformats.org/officeDocument/2006/relationships" id="256" r:id="Re38131785521400b"/>
    <p:sldId xmlns:r="http://schemas.openxmlformats.org/officeDocument/2006/relationships" id="257" r:id="R448dca0d9211416b"/>
    <p:sldId xmlns:r="http://schemas.openxmlformats.org/officeDocument/2006/relationships" id="258" r:id="Rfad29747d35f4797"/>
    <p:sldId xmlns:r="http://schemas.openxmlformats.org/officeDocument/2006/relationships" id="259" r:id="R2e80908078044aef"/>
    <p:sldId xmlns:r="http://schemas.openxmlformats.org/officeDocument/2006/relationships" id="260" r:id="R947847321ec545e3"/>
    <p:sldId xmlns:r="http://schemas.openxmlformats.org/officeDocument/2006/relationships" id="261" r:id="Rb3d21937ba04450e"/>
    <p:sldId xmlns:r="http://schemas.openxmlformats.org/officeDocument/2006/relationships" id="262" r:id="R93b90d19255a4fa7"/>
    <p:sldId xmlns:r="http://schemas.openxmlformats.org/officeDocument/2006/relationships" id="263" r:id="Rfe71790f074f4af1"/>
    <p:sldId xmlns:r="http://schemas.openxmlformats.org/officeDocument/2006/relationships" id="264" r:id="Rcf6798ca63294450"/>
    <p:sldId xmlns:r="http://schemas.openxmlformats.org/officeDocument/2006/relationships" id="265" r:id="R3f9b203bdb3b4b71"/>
    <p:sldId xmlns:r="http://schemas.openxmlformats.org/officeDocument/2006/relationships" id="266" r:id="R56ea9798884f428c"/>
    <p:sldId xmlns:r="http://schemas.openxmlformats.org/officeDocument/2006/relationships" id="267" r:id="R461aacf5923f41d8"/>
    <p:sldId xmlns:r="http://schemas.openxmlformats.org/officeDocument/2006/relationships" id="268" r:id="Rc33b7f47892c421c"/>
    <p:sldId xmlns:r="http://schemas.openxmlformats.org/officeDocument/2006/relationships" id="269" r:id="R31a5a9258f914e65"/>
    <p:sldId xmlns:r="http://schemas.openxmlformats.org/officeDocument/2006/relationships" id="270" r:id="R8b5b952c9706404e"/>
    <p:sldId xmlns:r="http://schemas.openxmlformats.org/officeDocument/2006/relationships" id="271" r:id="Ra655116e6368429a"/>
    <p:sldId xmlns:r="http://schemas.openxmlformats.org/officeDocument/2006/relationships" id="272" r:id="R130a15e796444cc4"/>
    <p:sldId xmlns:r="http://schemas.openxmlformats.org/officeDocument/2006/relationships" id="273" r:id="Re600c1d1102144a6"/>
    <p:sldId xmlns:r="http://schemas.openxmlformats.org/officeDocument/2006/relationships" id="274" r:id="Rec65b488b13e4af6"/>
    <p:sldId xmlns:r="http://schemas.openxmlformats.org/officeDocument/2006/relationships" id="275" r:id="R0f4164717c444c91"/>
    <p:sldId xmlns:r="http://schemas.openxmlformats.org/officeDocument/2006/relationships" id="276" r:id="Rbc00ad3191374766"/>
    <p:sldId xmlns:r="http://schemas.openxmlformats.org/officeDocument/2006/relationships" id="277" r:id="R4d933dbcdb8b4756"/>
    <p:sldId xmlns:r="http://schemas.openxmlformats.org/officeDocument/2006/relationships" id="278" r:id="Re028a64891074654"/>
    <p:sldId xmlns:r="http://schemas.openxmlformats.org/officeDocument/2006/relationships" id="279" r:id="R6c9ee9436e6c4b6c"/>
    <p:sldId xmlns:r="http://schemas.openxmlformats.org/officeDocument/2006/relationships" id="280" r:id="R246b855c55d244a8"/>
    <p:sldId xmlns:r="http://schemas.openxmlformats.org/officeDocument/2006/relationships" id="281" r:id="R9c3e0202c2a14480"/>
    <p:sldId xmlns:r="http://schemas.openxmlformats.org/officeDocument/2006/relationships" id="282" r:id="R7b885ce488984ea7"/>
    <p:sldId xmlns:r="http://schemas.openxmlformats.org/officeDocument/2006/relationships" id="283" r:id="R8c48d52d213247ab"/>
    <p:sldId xmlns:r="http://schemas.openxmlformats.org/officeDocument/2006/relationships" id="284" r:id="Ra228ff826f694a91"/>
    <p:sldId xmlns:r="http://schemas.openxmlformats.org/officeDocument/2006/relationships" id="285" r:id="Rd39f4d873b254597"/>
  </p:sldIdLst>
  <p:sldSz cx="12192000" cy="6858000"/>
  <p:notesSz cx="6858000" cy="9144000"/>
  <p:embeddedFontLst>
    <p:embeddedFont>
      <p:font typeface="Calibri"/>
      <p:regular xmlns:r="http://schemas.openxmlformats.org/officeDocument/2006/relationships" r:id="R8dc195dab60745c1"/>
      <p:bold xmlns:r="http://schemas.openxmlformats.org/officeDocument/2006/relationships" r:id="R206604e782ba4653"/>
      <p:italic xmlns:r="http://schemas.openxmlformats.org/officeDocument/2006/relationships" r:id="Rda23f731c9df4993"/>
      <p:boldItalic xmlns:r="http://schemas.openxmlformats.org/officeDocument/2006/relationships" r:id="R2071f4eb349543d5"/>
    </p:embeddedFont>
    <p:embeddedFont>
      <p:font typeface="Cambria"/>
      <p:regular xmlns:r="http://schemas.openxmlformats.org/officeDocument/2006/relationships" r:id="R0356c14e6bce4c34"/>
      <p:bold xmlns:r="http://schemas.openxmlformats.org/officeDocument/2006/relationships" r:id="Rb28b8cb88ba34876"/>
      <p:italic xmlns:r="http://schemas.openxmlformats.org/officeDocument/2006/relationships" r:id="R748122bd4bab447f"/>
      <p:boldItalic xmlns:r="http://schemas.openxmlformats.org/officeDocument/2006/relationships" r:id="Ra46645f5c9ed4a16"/>
    </p:embeddedFont>
    <p:embeddedFont>
      <p:font typeface="Gill Sans"/>
      <p:regular xmlns:r="http://schemas.openxmlformats.org/officeDocument/2006/relationships" r:id="R623ed82076ad436d"/>
      <p:bold xmlns:r="http://schemas.openxmlformats.org/officeDocument/2006/relationships" r:id="Ra29721b618ba42d4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8d423fa06348ac" /><Relationship Type="http://schemas.openxmlformats.org/officeDocument/2006/relationships/slideMaster" Target="/ppt/slideMasters/slideMaster1.xml" Id="R09a7f7b68e2a4321" /><Relationship Type="http://schemas.openxmlformats.org/officeDocument/2006/relationships/notesMaster" Target="/ppt/notesMasters/notesMaster1.xml" Id="R97dbba94bcf44d61" /><Relationship Type="http://schemas.openxmlformats.org/officeDocument/2006/relationships/presProps" Target="/ppt/presProps.xml" Id="R8f932da9a126433d" /><Relationship Type="http://schemas.openxmlformats.org/officeDocument/2006/relationships/viewProps" Target="/ppt/viewProps.xml" Id="R9c7c452481824934" /><Relationship Type="http://schemas.openxmlformats.org/officeDocument/2006/relationships/tableStyles" Target="/ppt/tableStyles.xml" Id="R15eef8b54ee543ce" /><Relationship Type="http://schemas.openxmlformats.org/officeDocument/2006/relationships/font" Target="/ppt/fonts/font.dat" Id="R8dc195dab60745c1" /><Relationship Type="http://schemas.openxmlformats.org/officeDocument/2006/relationships/font" Target="/ppt/fonts/font2.dat" Id="R206604e782ba4653" /><Relationship Type="http://schemas.openxmlformats.org/officeDocument/2006/relationships/font" Target="/ppt/fonts/font3.dat" Id="Rda23f731c9df4993" /><Relationship Type="http://schemas.openxmlformats.org/officeDocument/2006/relationships/font" Target="/ppt/fonts/font4.dat" Id="R2071f4eb349543d5" /><Relationship Type="http://schemas.openxmlformats.org/officeDocument/2006/relationships/font" Target="/ppt/fonts/font5.dat" Id="R0356c14e6bce4c34" /><Relationship Type="http://schemas.openxmlformats.org/officeDocument/2006/relationships/font" Target="/ppt/fonts/font6.dat" Id="Rb28b8cb88ba34876" /><Relationship Type="http://schemas.openxmlformats.org/officeDocument/2006/relationships/font" Target="/ppt/fonts/font7.dat" Id="R748122bd4bab447f" /><Relationship Type="http://schemas.openxmlformats.org/officeDocument/2006/relationships/font" Target="/ppt/fonts/font8.dat" Id="Ra46645f5c9ed4a16" /><Relationship Type="http://schemas.openxmlformats.org/officeDocument/2006/relationships/font" Target="/ppt/fonts/font9.dat" Id="R623ed82076ad436d" /><Relationship Type="http://schemas.openxmlformats.org/officeDocument/2006/relationships/font" Target="/ppt/fonts/font10.dat" Id="Ra29721b618ba42d4" /><Relationship Type="http://schemas.openxmlformats.org/officeDocument/2006/relationships/slide" Target="/ppt/slides/slide1.xml" Id="Re38131785521400b" /><Relationship Type="http://schemas.openxmlformats.org/officeDocument/2006/relationships/slide" Target="/ppt/slides/slide2.xml" Id="R448dca0d9211416b" /><Relationship Type="http://schemas.openxmlformats.org/officeDocument/2006/relationships/slide" Target="/ppt/slides/slide3.xml" Id="Rfad29747d35f4797" /><Relationship Type="http://schemas.openxmlformats.org/officeDocument/2006/relationships/slide" Target="/ppt/slides/slide4.xml" Id="R2e80908078044aef" /><Relationship Type="http://schemas.openxmlformats.org/officeDocument/2006/relationships/slide" Target="/ppt/slides/slide5.xml" Id="R947847321ec545e3" /><Relationship Type="http://schemas.openxmlformats.org/officeDocument/2006/relationships/slide" Target="/ppt/slides/slide6.xml" Id="Rb3d21937ba04450e" /><Relationship Type="http://schemas.openxmlformats.org/officeDocument/2006/relationships/slide" Target="/ppt/slides/slide7.xml" Id="R93b90d19255a4fa7" /><Relationship Type="http://schemas.openxmlformats.org/officeDocument/2006/relationships/slide" Target="/ppt/slides/slide8.xml" Id="Rfe71790f074f4af1" /><Relationship Type="http://schemas.openxmlformats.org/officeDocument/2006/relationships/slide" Target="/ppt/slides/slide9.xml" Id="Rcf6798ca63294450" /><Relationship Type="http://schemas.openxmlformats.org/officeDocument/2006/relationships/slide" Target="/ppt/slides/slide10.xml" Id="R3f9b203bdb3b4b71" /><Relationship Type="http://schemas.openxmlformats.org/officeDocument/2006/relationships/slide" Target="/ppt/slides/slide11.xml" Id="R56ea9798884f428c" /><Relationship Type="http://schemas.openxmlformats.org/officeDocument/2006/relationships/slide" Target="/ppt/slides/slide12.xml" Id="R461aacf5923f41d8" /><Relationship Type="http://schemas.openxmlformats.org/officeDocument/2006/relationships/slide" Target="/ppt/slides/slide13.xml" Id="Rc33b7f47892c421c" /><Relationship Type="http://schemas.openxmlformats.org/officeDocument/2006/relationships/slide" Target="/ppt/slides/slide14.xml" Id="R31a5a9258f914e65" /><Relationship Type="http://schemas.openxmlformats.org/officeDocument/2006/relationships/slide" Target="/ppt/slides/slide15.xml" Id="R8b5b952c9706404e" /><Relationship Type="http://schemas.openxmlformats.org/officeDocument/2006/relationships/slide" Target="/ppt/slides/slide16.xml" Id="Ra655116e6368429a" /><Relationship Type="http://schemas.openxmlformats.org/officeDocument/2006/relationships/slide" Target="/ppt/slides/slide17.xml" Id="R130a15e796444cc4" /><Relationship Type="http://schemas.openxmlformats.org/officeDocument/2006/relationships/slide" Target="/ppt/slides/slide18.xml" Id="Re600c1d1102144a6" /><Relationship Type="http://schemas.openxmlformats.org/officeDocument/2006/relationships/slide" Target="/ppt/slides/slide19.xml" Id="Rec65b488b13e4af6" /><Relationship Type="http://schemas.openxmlformats.org/officeDocument/2006/relationships/slide" Target="/ppt/slides/slide20.xml" Id="R0f4164717c444c91" /><Relationship Type="http://schemas.openxmlformats.org/officeDocument/2006/relationships/slide" Target="/ppt/slides/slide21.xml" Id="Rbc00ad3191374766" /><Relationship Type="http://schemas.openxmlformats.org/officeDocument/2006/relationships/slide" Target="/ppt/slides/slide22.xml" Id="R4d933dbcdb8b4756" /><Relationship Type="http://schemas.openxmlformats.org/officeDocument/2006/relationships/slide" Target="/ppt/slides/slide23.xml" Id="Re028a64891074654" /><Relationship Type="http://schemas.openxmlformats.org/officeDocument/2006/relationships/slide" Target="/ppt/slides/slide24.xml" Id="R6c9ee9436e6c4b6c" /><Relationship Type="http://schemas.openxmlformats.org/officeDocument/2006/relationships/slide" Target="/ppt/slides/slide25.xml" Id="R246b855c55d244a8" /><Relationship Type="http://schemas.openxmlformats.org/officeDocument/2006/relationships/slide" Target="/ppt/slides/slide26.xml" Id="R9c3e0202c2a14480" /><Relationship Type="http://schemas.openxmlformats.org/officeDocument/2006/relationships/slide" Target="/ppt/slides/slide27.xml" Id="R7b885ce488984ea7" /><Relationship Type="http://schemas.openxmlformats.org/officeDocument/2006/relationships/slide" Target="/ppt/slides/slide28.xml" Id="R8c48d52d213247ab" /><Relationship Type="http://schemas.openxmlformats.org/officeDocument/2006/relationships/slide" Target="/ppt/slides/slide29.xml" Id="Ra228ff826f694a91" /><Relationship Type="http://schemas.openxmlformats.org/officeDocument/2006/relationships/slide" Target="/ppt/slides/slide30.xml" Id="Rd39f4d873b2545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e48857172945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3e571dc9b74b42" /><Relationship Type="http://schemas.openxmlformats.org/officeDocument/2006/relationships/notesMaster" Target="/ppt/notesMasters/notesMaster1.xml" Id="R44a43125f5684d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627357eab44912" /><Relationship Type="http://schemas.openxmlformats.org/officeDocument/2006/relationships/notesMaster" Target="/ppt/notesMasters/notesMaster1.xml" Id="R1a6f78f2e15944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3e12f362f7464b" /><Relationship Type="http://schemas.openxmlformats.org/officeDocument/2006/relationships/notesMaster" Target="/ppt/notesMasters/notesMaster1.xml" Id="R9e633574cdad43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4a1655f0aa482b" /><Relationship Type="http://schemas.openxmlformats.org/officeDocument/2006/relationships/notesMaster" Target="/ppt/notesMasters/notesMaster1.xml" Id="Rfba2391cb1f44c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57ec137e274739" /><Relationship Type="http://schemas.openxmlformats.org/officeDocument/2006/relationships/notesMaster" Target="/ppt/notesMasters/notesMaster1.xml" Id="R895626a1a42644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276fdbfc484994" /><Relationship Type="http://schemas.openxmlformats.org/officeDocument/2006/relationships/notesMaster" Target="/ppt/notesMasters/notesMaster1.xml" Id="Rf589a5e94a0d45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4eead667c14afe" /><Relationship Type="http://schemas.openxmlformats.org/officeDocument/2006/relationships/notesMaster" Target="/ppt/notesMasters/notesMaster1.xml" Id="R50ecee5e940d4cc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0a8ee04c1a4cba" /><Relationship Type="http://schemas.openxmlformats.org/officeDocument/2006/relationships/notesMaster" Target="/ppt/notesMasters/notesMaster1.xml" Id="R242983c8d12c42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0882f04aa4c45c1" /><Relationship Type="http://schemas.openxmlformats.org/officeDocument/2006/relationships/notesMaster" Target="/ppt/notesMasters/notesMaster1.xml" Id="Rb81c9fe335eb4a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47f88612de842e3" /><Relationship Type="http://schemas.openxmlformats.org/officeDocument/2006/relationships/notesMaster" Target="/ppt/notesMasters/notesMaster1.xml" Id="R6e8e48bf37d94b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5a15d688d3d451b" /><Relationship Type="http://schemas.openxmlformats.org/officeDocument/2006/relationships/notesMaster" Target="/ppt/notesMasters/notesMaster1.xml" Id="R91d157fd54ac456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dff0547a5cc4af0" /><Relationship Type="http://schemas.openxmlformats.org/officeDocument/2006/relationships/notesMaster" Target="/ppt/notesMasters/notesMaster1.xml" Id="Re7fe4904a2c0404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61ef94dc1194126" /><Relationship Type="http://schemas.openxmlformats.org/officeDocument/2006/relationships/notesMaster" Target="/ppt/notesMasters/notesMaster1.xml" Id="R6ed07140b831455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56fac658fe54b05" /><Relationship Type="http://schemas.openxmlformats.org/officeDocument/2006/relationships/notesMaster" Target="/ppt/notesMasters/notesMaster1.xml" Id="Rf4d710b158db4dc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532fcaa0de84bf0" /><Relationship Type="http://schemas.openxmlformats.org/officeDocument/2006/relationships/notesMaster" Target="/ppt/notesMasters/notesMaster1.xml" Id="R61bae567f8b34dd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a06d94286e64a51" /><Relationship Type="http://schemas.openxmlformats.org/officeDocument/2006/relationships/notesMaster" Target="/ppt/notesMasters/notesMaster1.xml" Id="R6ae840084a7543b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854752c32064995" /><Relationship Type="http://schemas.openxmlformats.org/officeDocument/2006/relationships/notesMaster" Target="/ppt/notesMasters/notesMaster1.xml" Id="R27f6776a71194d0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73772bf497c4f3d" /><Relationship Type="http://schemas.openxmlformats.org/officeDocument/2006/relationships/notesMaster" Target="/ppt/notesMasters/notesMaster1.xml" Id="Rd5dc9f5b565b4a1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f970685fc9e4504" /><Relationship Type="http://schemas.openxmlformats.org/officeDocument/2006/relationships/notesMaster" Target="/ppt/notesMasters/notesMaster1.xml" Id="R4a4d5cf0fd7f4b6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c9e1b57e5a643f3" /><Relationship Type="http://schemas.openxmlformats.org/officeDocument/2006/relationships/notesMaster" Target="/ppt/notesMasters/notesMaster1.xml" Id="Ra657a38e2ac64d1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41c30e797bc4796" /><Relationship Type="http://schemas.openxmlformats.org/officeDocument/2006/relationships/notesMaster" Target="/ppt/notesMasters/notesMaster1.xml" Id="R78ffcd9eed9749b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3f54b4c77bb480d" /><Relationship Type="http://schemas.openxmlformats.org/officeDocument/2006/relationships/notesMaster" Target="/ppt/notesMasters/notesMaster1.xml" Id="R657a208776c24af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b805362551341eb" /><Relationship Type="http://schemas.openxmlformats.org/officeDocument/2006/relationships/notesMaster" Target="/ppt/notesMasters/notesMaster1.xml" Id="Rdacf215a3ef046e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6bc4bd0934f48cf" /><Relationship Type="http://schemas.openxmlformats.org/officeDocument/2006/relationships/notesMaster" Target="/ppt/notesMasters/notesMaster1.xml" Id="Rde253309b17840c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68f535c696940d1" /><Relationship Type="http://schemas.openxmlformats.org/officeDocument/2006/relationships/notesMaster" Target="/ppt/notesMasters/notesMaster1.xml" Id="Raa77f1d74e1845e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47568a88cb84ace" /><Relationship Type="http://schemas.openxmlformats.org/officeDocument/2006/relationships/notesMaster" Target="/ppt/notesMasters/notesMaster1.xml" Id="Re7244f1dd7fe47b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07d76197ea84974" /><Relationship Type="http://schemas.openxmlformats.org/officeDocument/2006/relationships/notesMaster" Target="/ppt/notesMasters/notesMaster1.xml" Id="R928aadac55f3406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08da850196a43e6" /><Relationship Type="http://schemas.openxmlformats.org/officeDocument/2006/relationships/notesMaster" Target="/ppt/notesMasters/notesMaster1.xml" Id="Rcf352073b5f84d9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13ac821734e4d65" /><Relationship Type="http://schemas.openxmlformats.org/officeDocument/2006/relationships/notesMaster" Target="/ppt/notesMasters/notesMaster1.xml" Id="R73c5921ba96941c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22cd26480a64b5f" /><Relationship Type="http://schemas.openxmlformats.org/officeDocument/2006/relationships/notesMaster" Target="/ppt/notesMasters/notesMaster1.xml" Id="R4a1634a8751f43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e5fa9535e74b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2bd8efb8bb44c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862683fa0c431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6bdea7c2e14d5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049bd259a446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e66f50625b4b1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457afc04654a4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5442a14d66455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94c436f465477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d7421b6d0646c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6b2b809b3644b5" /></Relationships>
</file>

<file path=ppt/slideLayouts/slideLayout1.xml><?xml version="1.0" encoding="utf-8"?>
<p:sldLayout xmlns:p="http://schemas.openxmlformats.org/presentationml/2006/main" matchingName="Diapositiva de título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45">
            <a:extLst xmlns:a="http://schemas.openxmlformats.org/drawingml/2006/main">
              <a:ext uri="{FF2B5EF4-FFF2-40B4-BE49-F238E27FC236}">
                <a16:creationId xmlns:a16="http://schemas.microsoft.com/office/drawing/2014/main" id="{9FD79408-634D-4FB5-AD4D-07C95D2B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3085765"/>
            <a:ext cx="11262866" cy="3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Google Shape;16;p45">
            <a:extLst xmlns:a="http://schemas.openxmlformats.org/drawingml/2006/main">
              <a:ext uri="{FF2B5EF4-FFF2-40B4-BE49-F238E27FC236}">
                <a16:creationId xmlns:a16="http://schemas.microsoft.com/office/drawing/2014/main" id="{830CABED-E489-48B3-96C8-C67058FE60C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81191" y="1020431"/>
            <a:ext cx="10993549" cy="1475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" name="Google Shape;17;p45">
            <a:extLst xmlns:a="http://schemas.openxmlformats.org/drawingml/2006/main">
              <a:ext uri="{FF2B5EF4-FFF2-40B4-BE49-F238E27FC236}">
                <a16:creationId xmlns:a16="http://schemas.microsoft.com/office/drawing/2014/main" id="{77519292-C557-425E-9CCB-55B4FDC4D14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81194" y="2495445"/>
            <a:ext cx="10993546" cy="5903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45">
            <a:extLst xmlns:a="http://schemas.openxmlformats.org/drawingml/2006/main">
              <a:ext uri="{FF2B5EF4-FFF2-40B4-BE49-F238E27FC236}">
                <a16:creationId xmlns:a16="http://schemas.microsoft.com/office/drawing/2014/main" id="{23A216DB-D884-4A14-B39B-DBF3BDFFC4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45">
            <a:extLst xmlns:a="http://schemas.openxmlformats.org/drawingml/2006/main">
              <a:ext uri="{FF2B5EF4-FFF2-40B4-BE49-F238E27FC236}">
                <a16:creationId xmlns:a16="http://schemas.microsoft.com/office/drawing/2014/main" id="{2BFEED8C-A869-4965-A5B2-AC1FBC1220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" name="Google Shape;20;p45">
            <a:extLst xmlns:a="http://schemas.openxmlformats.org/drawingml/2006/main">
              <a:ext uri="{FF2B5EF4-FFF2-40B4-BE49-F238E27FC236}">
                <a16:creationId xmlns:a16="http://schemas.microsoft.com/office/drawing/2014/main" id="{F82AB657-A4FC-419C-87CD-6FD1B45FB9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1644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ítulo y objetos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6">
            <a:extLst xmlns:a="http://schemas.openxmlformats.org/drawingml/2006/main">
              <a:ext uri="{FF2B5EF4-FFF2-40B4-BE49-F238E27FC236}">
                <a16:creationId xmlns:a16="http://schemas.microsoft.com/office/drawing/2014/main" id="{795DA930-87DA-493E-A5C3-4A5F002C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ogle Shape;23;p46">
            <a:extLst xmlns:a="http://schemas.openxmlformats.org/drawingml/2006/main">
              <a:ext uri="{FF2B5EF4-FFF2-40B4-BE49-F238E27FC236}">
                <a16:creationId xmlns:a16="http://schemas.microsoft.com/office/drawing/2014/main" id="{A23DB648-43D2-4A8E-8064-B4094ADD8F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46">
            <a:extLst xmlns:a="http://schemas.openxmlformats.org/drawingml/2006/main">
              <a:ext uri="{FF2B5EF4-FFF2-40B4-BE49-F238E27FC236}">
                <a16:creationId xmlns:a16="http://schemas.microsoft.com/office/drawing/2014/main" id="{6E036F0A-1DCC-491D-A2D5-E4F705EE0A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11029615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46">
            <a:extLst xmlns:a="http://schemas.openxmlformats.org/drawingml/2006/main">
              <a:ext uri="{FF2B5EF4-FFF2-40B4-BE49-F238E27FC236}">
                <a16:creationId xmlns:a16="http://schemas.microsoft.com/office/drawing/2014/main" id="{2BED243E-A68A-4A34-A447-7B8E30C267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46">
            <a:extLst xmlns:a="http://schemas.openxmlformats.org/drawingml/2006/main">
              <a:ext uri="{FF2B5EF4-FFF2-40B4-BE49-F238E27FC236}">
                <a16:creationId xmlns:a16="http://schemas.microsoft.com/office/drawing/2014/main" id="{4A3C4EA7-8526-4D9E-9AAB-175FB0BF12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46">
            <a:extLst xmlns:a="http://schemas.openxmlformats.org/drawingml/2006/main">
              <a:ext uri="{FF2B5EF4-FFF2-40B4-BE49-F238E27FC236}">
                <a16:creationId xmlns:a16="http://schemas.microsoft.com/office/drawing/2014/main" id="{1946E70B-AEFB-455E-8DC7-7BEEADB22C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08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Encabezado de sección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47">
            <a:extLst xmlns:a="http://schemas.openxmlformats.org/drawingml/2006/main">
              <a:ext uri="{FF2B5EF4-FFF2-40B4-BE49-F238E27FC236}">
                <a16:creationId xmlns:a16="http://schemas.microsoft.com/office/drawing/2014/main" id="{CFD0751E-2B15-47F3-AB10-37D256B9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4"/>
            <a:ext cx="11290860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Google Shape;30;p47">
            <a:extLst xmlns:a="http://schemas.openxmlformats.org/drawingml/2006/main">
              <a:ext uri="{FF2B5EF4-FFF2-40B4-BE49-F238E27FC236}">
                <a16:creationId xmlns:a16="http://schemas.microsoft.com/office/drawing/2014/main" id="{3ABB692E-060F-45D4-89BB-A591FA1004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3043910"/>
            <a:ext cx="11029615" cy="1497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47">
            <a:extLst xmlns:a="http://schemas.openxmlformats.org/drawingml/2006/main">
              <a:ext uri="{FF2B5EF4-FFF2-40B4-BE49-F238E27FC236}">
                <a16:creationId xmlns:a16="http://schemas.microsoft.com/office/drawing/2014/main" id="{6DD99A46-AE5C-4E7A-A15F-39FCCFC5F5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4541417"/>
            <a:ext cx="11029615" cy="600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47">
            <a:extLst xmlns:a="http://schemas.openxmlformats.org/drawingml/2006/main">
              <a:ext uri="{FF2B5EF4-FFF2-40B4-BE49-F238E27FC236}">
                <a16:creationId xmlns:a16="http://schemas.microsoft.com/office/drawing/2014/main" id="{5DC6A506-F0DE-49B1-A581-6623BDCD05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47">
            <a:extLst xmlns:a="http://schemas.openxmlformats.org/drawingml/2006/main">
              <a:ext uri="{FF2B5EF4-FFF2-40B4-BE49-F238E27FC236}">
                <a16:creationId xmlns:a16="http://schemas.microsoft.com/office/drawing/2014/main" id="{DAF23CEA-67D1-4713-AC97-4EE007DE00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4" name="Google Shape;34;p47">
            <a:extLst xmlns:a="http://schemas.openxmlformats.org/drawingml/2006/main">
              <a:ext uri="{FF2B5EF4-FFF2-40B4-BE49-F238E27FC236}">
                <a16:creationId xmlns:a16="http://schemas.microsoft.com/office/drawing/2014/main" id="{7E457C06-F9DC-4CDD-A8EB-0BF52FA978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Dos objetos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48">
            <a:extLst xmlns:a="http://schemas.openxmlformats.org/drawingml/2006/main">
              <a:ext uri="{FF2B5EF4-FFF2-40B4-BE49-F238E27FC236}">
                <a16:creationId xmlns:a16="http://schemas.microsoft.com/office/drawing/2014/main" id="{DE7EC6E5-948B-4FD5-9FC2-17FFC9F1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48">
            <a:extLst xmlns:a="http://schemas.openxmlformats.org/drawingml/2006/main">
              <a:ext uri="{FF2B5EF4-FFF2-40B4-BE49-F238E27FC236}">
                <a16:creationId xmlns:a16="http://schemas.microsoft.com/office/drawing/2014/main" id="{70E998EE-EEE5-48AB-B423-44B31785DA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48">
            <a:extLst xmlns:a="http://schemas.openxmlformats.org/drawingml/2006/main">
              <a:ext uri="{FF2B5EF4-FFF2-40B4-BE49-F238E27FC236}">
                <a16:creationId xmlns:a16="http://schemas.microsoft.com/office/drawing/2014/main" id="{79ED3B0A-6016-4853-A1A0-668D2E40D8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3" y="2228003"/>
            <a:ext cx="5422390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48">
            <a:extLst xmlns:a="http://schemas.openxmlformats.org/drawingml/2006/main">
              <a:ext uri="{FF2B5EF4-FFF2-40B4-BE49-F238E27FC236}">
                <a16:creationId xmlns:a16="http://schemas.microsoft.com/office/drawing/2014/main" id="{411277CC-CBA7-4884-8D91-E72B7A86086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88417" y="2228003"/>
            <a:ext cx="5422392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48">
            <a:extLst xmlns:a="http://schemas.openxmlformats.org/drawingml/2006/main">
              <a:ext uri="{FF2B5EF4-FFF2-40B4-BE49-F238E27FC236}">
                <a16:creationId xmlns:a16="http://schemas.microsoft.com/office/drawing/2014/main" id="{E1DED492-5740-46A6-A91D-F4DF9C0DB7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1" name="Google Shape;41;p48">
            <a:extLst xmlns:a="http://schemas.openxmlformats.org/drawingml/2006/main">
              <a:ext uri="{FF2B5EF4-FFF2-40B4-BE49-F238E27FC236}">
                <a16:creationId xmlns:a16="http://schemas.microsoft.com/office/drawing/2014/main" id="{5EDAF4B6-F09D-4936-A14E-3AB2C853DF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2" name="Google Shape;42;p48">
            <a:extLst xmlns:a="http://schemas.openxmlformats.org/drawingml/2006/main">
              <a:ext uri="{FF2B5EF4-FFF2-40B4-BE49-F238E27FC236}">
                <a16:creationId xmlns:a16="http://schemas.microsoft.com/office/drawing/2014/main" id="{A69FF492-69EB-45F9-8C4A-D4A5B601E0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ació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49">
            <a:extLst xmlns:a="http://schemas.openxmlformats.org/drawingml/2006/main">
              <a:ext uri="{FF2B5EF4-FFF2-40B4-BE49-F238E27FC236}">
                <a16:creationId xmlns:a16="http://schemas.microsoft.com/office/drawing/2014/main" id="{EE204467-82AC-4770-95CA-91535268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Google Shape;45;p49">
            <a:extLst xmlns:a="http://schemas.openxmlformats.org/drawingml/2006/main">
              <a:ext uri="{FF2B5EF4-FFF2-40B4-BE49-F238E27FC236}">
                <a16:creationId xmlns:a16="http://schemas.microsoft.com/office/drawing/2014/main" id="{3FD9C697-08EF-4A67-B01C-01C591FD48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49">
            <a:extLst xmlns:a="http://schemas.openxmlformats.org/drawingml/2006/main">
              <a:ext uri="{FF2B5EF4-FFF2-40B4-BE49-F238E27FC236}">
                <a16:creationId xmlns:a16="http://schemas.microsoft.com/office/drawing/2014/main" id="{5F44D505-5DD5-4004-98C0-D751720D44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87219" y="2250892"/>
            <a:ext cx="5087075" cy="536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49">
            <a:extLst xmlns:a="http://schemas.openxmlformats.org/drawingml/2006/main">
              <a:ext uri="{FF2B5EF4-FFF2-40B4-BE49-F238E27FC236}">
                <a16:creationId xmlns:a16="http://schemas.microsoft.com/office/drawing/2014/main" id="{8DBB12E6-5D4A-4BC8-B201-7D8CEF7B06B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81194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49">
            <a:extLst xmlns:a="http://schemas.openxmlformats.org/drawingml/2006/main">
              <a:ext uri="{FF2B5EF4-FFF2-40B4-BE49-F238E27FC236}">
                <a16:creationId xmlns:a16="http://schemas.microsoft.com/office/drawing/2014/main" id="{AB3961EF-6114-4278-86DE-2C5D44DB10E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523735" y="2250892"/>
            <a:ext cx="5087073" cy="5533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49">
            <a:extLst xmlns:a="http://schemas.openxmlformats.org/drawingml/2006/main">
              <a:ext uri="{FF2B5EF4-FFF2-40B4-BE49-F238E27FC236}">
                <a16:creationId xmlns:a16="http://schemas.microsoft.com/office/drawing/2014/main" id="{9431A9D1-7023-427F-A12A-B044B6862FE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217709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0" name="Google Shape;50;p49">
            <a:extLst xmlns:a="http://schemas.openxmlformats.org/drawingml/2006/main">
              <a:ext uri="{FF2B5EF4-FFF2-40B4-BE49-F238E27FC236}">
                <a16:creationId xmlns:a16="http://schemas.microsoft.com/office/drawing/2014/main" id="{D3320992-C756-49E8-8188-FEC865238E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1" name="Google Shape;51;p49">
            <a:extLst xmlns:a="http://schemas.openxmlformats.org/drawingml/2006/main">
              <a:ext uri="{FF2B5EF4-FFF2-40B4-BE49-F238E27FC236}">
                <a16:creationId xmlns:a16="http://schemas.microsoft.com/office/drawing/2014/main" id="{53AF8501-84B9-4132-8632-02843067E55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2" name="Google Shape;52;p49">
            <a:extLst xmlns:a="http://schemas.openxmlformats.org/drawingml/2006/main">
              <a:ext uri="{FF2B5EF4-FFF2-40B4-BE49-F238E27FC236}">
                <a16:creationId xmlns:a16="http://schemas.microsoft.com/office/drawing/2014/main" id="{94F67720-B508-4A82-98AC-AB81DFFC39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Solo el título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50">
            <a:extLst xmlns:a="http://schemas.openxmlformats.org/drawingml/2006/main">
              <a:ext uri="{FF2B5EF4-FFF2-40B4-BE49-F238E27FC236}">
                <a16:creationId xmlns:a16="http://schemas.microsoft.com/office/drawing/2014/main" id="{87DB4D64-3C96-491B-A0A7-2D7706AC9A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50">
            <a:extLst xmlns:a="http://schemas.openxmlformats.org/drawingml/2006/main">
              <a:ext uri="{FF2B5EF4-FFF2-40B4-BE49-F238E27FC236}">
                <a16:creationId xmlns:a16="http://schemas.microsoft.com/office/drawing/2014/main" id="{988F77F7-7452-498F-9CD0-2D51F85E1C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6" name="Google Shape;56;p50">
            <a:extLst xmlns:a="http://schemas.openxmlformats.org/drawingml/2006/main">
              <a:ext uri="{FF2B5EF4-FFF2-40B4-BE49-F238E27FC236}">
                <a16:creationId xmlns:a16="http://schemas.microsoft.com/office/drawing/2014/main" id="{69EE3D2A-F3C0-4230-84DA-90280C7768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57" name="Google Shape;57;p50">
            <a:extLst xmlns:a="http://schemas.openxmlformats.org/drawingml/2006/main">
              <a:ext uri="{FF2B5EF4-FFF2-40B4-BE49-F238E27FC236}">
                <a16:creationId xmlns:a16="http://schemas.microsoft.com/office/drawing/2014/main" id="{C9ADE826-560E-46F2-AEB4-48B576ED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83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0">
            <a:extLst xmlns:a="http://schemas.openxmlformats.org/drawingml/2006/main">
              <a:ext uri="{FF2B5EF4-FFF2-40B4-BE49-F238E27FC236}">
                <a16:creationId xmlns:a16="http://schemas.microsoft.com/office/drawing/2014/main" id="{6A23F477-0E64-486C-A5CF-BD39073B75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5894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En blanco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51">
            <a:extLst xmlns:a="http://schemas.openxmlformats.org/drawingml/2006/main">
              <a:ext uri="{FF2B5EF4-FFF2-40B4-BE49-F238E27FC236}">
                <a16:creationId xmlns:a16="http://schemas.microsoft.com/office/drawing/2014/main" id="{12E27E7B-6C03-41E6-869F-2478D22BE3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51">
            <a:extLst xmlns:a="http://schemas.openxmlformats.org/drawingml/2006/main">
              <a:ext uri="{FF2B5EF4-FFF2-40B4-BE49-F238E27FC236}">
                <a16:creationId xmlns:a16="http://schemas.microsoft.com/office/drawing/2014/main" id="{6EF09C4A-7AE7-4CF2-86DB-6E39D3EA5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51">
            <a:extLst xmlns:a="http://schemas.openxmlformats.org/drawingml/2006/main">
              <a:ext uri="{FF2B5EF4-FFF2-40B4-BE49-F238E27FC236}">
                <a16:creationId xmlns:a16="http://schemas.microsoft.com/office/drawing/2014/main" id="{B7F0E2EE-34BF-43C6-A8A4-3269720DE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ido con título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52">
            <a:extLst xmlns:a="http://schemas.openxmlformats.org/drawingml/2006/main">
              <a:ext uri="{FF2B5EF4-FFF2-40B4-BE49-F238E27FC236}">
                <a16:creationId xmlns:a16="http://schemas.microsoft.com/office/drawing/2014/main" id="{DDFCBE6B-2AF0-49E5-86B8-9A694C18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3"/>
            <a:ext cx="11298200" cy="127470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52">
            <a:extLst xmlns:a="http://schemas.openxmlformats.org/drawingml/2006/main">
              <a:ext uri="{FF2B5EF4-FFF2-40B4-BE49-F238E27FC236}">
                <a16:creationId xmlns:a16="http://schemas.microsoft.com/office/drawing/2014/main" id="{4FC1E608-AE01-4141-811F-92593B2F5E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5262296"/>
            <a:ext cx="4909445" cy="689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6" name="Google Shape;66;p52">
            <a:extLst xmlns:a="http://schemas.openxmlformats.org/drawingml/2006/main">
              <a:ext uri="{FF2B5EF4-FFF2-40B4-BE49-F238E27FC236}">
                <a16:creationId xmlns:a16="http://schemas.microsoft.com/office/drawing/2014/main" id="{CF9CDF05-9B9E-40BF-9E99-521752854A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47816" y="601200"/>
            <a:ext cx="11292840" cy="42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7" name="Google Shape;67;p52">
            <a:extLst xmlns:a="http://schemas.openxmlformats.org/drawingml/2006/main">
              <a:ext uri="{FF2B5EF4-FFF2-40B4-BE49-F238E27FC236}">
                <a16:creationId xmlns:a16="http://schemas.microsoft.com/office/drawing/2014/main" id="{6642009D-66EE-442F-ABE9-94D9276417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740823" y="5262296"/>
            <a:ext cx="5869987" cy="68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52">
            <a:extLst xmlns:a="http://schemas.openxmlformats.org/drawingml/2006/main">
              <a:ext uri="{FF2B5EF4-FFF2-40B4-BE49-F238E27FC236}">
                <a16:creationId xmlns:a16="http://schemas.microsoft.com/office/drawing/2014/main" id="{E4CA5457-CB41-4F65-9C5E-5BE6F4F84D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9" name="Google Shape;69;p52">
            <a:extLst xmlns:a="http://schemas.openxmlformats.org/drawingml/2006/main">
              <a:ext uri="{FF2B5EF4-FFF2-40B4-BE49-F238E27FC236}">
                <a16:creationId xmlns:a16="http://schemas.microsoft.com/office/drawing/2014/main" id="{39E851A1-EDB3-45F5-9B17-27CB639A70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52">
            <a:extLst xmlns:a="http://schemas.openxmlformats.org/drawingml/2006/main">
              <a:ext uri="{FF2B5EF4-FFF2-40B4-BE49-F238E27FC236}">
                <a16:creationId xmlns:a16="http://schemas.microsoft.com/office/drawing/2014/main" id="{7EA96843-81DA-42B4-A795-DE0F295B63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Imagen con título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53">
            <a:extLst xmlns:a="http://schemas.openxmlformats.org/drawingml/2006/main">
              <a:ext uri="{FF2B5EF4-FFF2-40B4-BE49-F238E27FC236}">
                <a16:creationId xmlns:a16="http://schemas.microsoft.com/office/drawing/2014/main" id="{6CD9B3BF-1616-4EE5-9773-0114DB3619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4693389"/>
            <a:ext cx="11029616" cy="566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3" name="Google Shape;73;p53">
            <a:extLst xmlns:a="http://schemas.openxmlformats.org/drawingml/2006/main">
              <a:ext uri="{FF2B5EF4-FFF2-40B4-BE49-F238E27FC236}">
                <a16:creationId xmlns:a16="http://schemas.microsoft.com/office/drawing/2014/main" id="{4C2FAAD7-62B7-424F-98A0-CC398C5DD088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447817" y="599725"/>
            <a:ext cx="11290859" cy="35572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4" name="Google Shape;74;p53">
            <a:extLst xmlns:a="http://schemas.openxmlformats.org/drawingml/2006/main">
              <a:ext uri="{FF2B5EF4-FFF2-40B4-BE49-F238E27FC236}">
                <a16:creationId xmlns:a16="http://schemas.microsoft.com/office/drawing/2014/main" id="{FF1F46DE-7E5D-4A31-8D09-2EEFAC4BAD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5260127"/>
            <a:ext cx="11029617" cy="5986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53">
            <a:extLst xmlns:a="http://schemas.openxmlformats.org/drawingml/2006/main">
              <a:ext uri="{FF2B5EF4-FFF2-40B4-BE49-F238E27FC236}">
                <a16:creationId xmlns:a16="http://schemas.microsoft.com/office/drawing/2014/main" id="{E667B7EC-3D30-4E00-B5EE-392FC0819E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53">
            <a:extLst xmlns:a="http://schemas.openxmlformats.org/drawingml/2006/main">
              <a:ext uri="{FF2B5EF4-FFF2-40B4-BE49-F238E27FC236}">
                <a16:creationId xmlns:a16="http://schemas.microsoft.com/office/drawing/2014/main" id="{FD14CE49-E9DF-4A2B-9B69-DE42CC3F84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53">
            <a:extLst xmlns:a="http://schemas.openxmlformats.org/drawingml/2006/main">
              <a:ext uri="{FF2B5EF4-FFF2-40B4-BE49-F238E27FC236}">
                <a16:creationId xmlns:a16="http://schemas.microsoft.com/office/drawing/2014/main" id="{06FC2C30-12C1-4626-A9D9-2DB6F1C195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ítulo y texto vertical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54">
            <a:extLst xmlns:a="http://schemas.openxmlformats.org/drawingml/2006/main">
              <a:ext uri="{FF2B5EF4-FFF2-40B4-BE49-F238E27FC236}">
                <a16:creationId xmlns:a16="http://schemas.microsoft.com/office/drawing/2014/main" id="{6097F388-F5D0-4551-909C-50014FD9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Google Shape;80;p54">
            <a:extLst xmlns:a="http://schemas.openxmlformats.org/drawingml/2006/main">
              <a:ext uri="{FF2B5EF4-FFF2-40B4-BE49-F238E27FC236}">
                <a16:creationId xmlns:a16="http://schemas.microsoft.com/office/drawing/2014/main" id="{4053BBB0-9DCD-42C2-BD9F-4A9F328BC3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1" name="Google Shape;81;p54">
            <a:extLst xmlns:a="http://schemas.openxmlformats.org/drawingml/2006/main">
              <a:ext uri="{FF2B5EF4-FFF2-40B4-BE49-F238E27FC236}">
                <a16:creationId xmlns:a16="http://schemas.microsoft.com/office/drawing/2014/main" id="{F1B9AE88-E9B1-43E1-8058-5E3897DF2E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4334603" y="-1417408"/>
            <a:ext cx="3522794" cy="11029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2" name="Google Shape;82;p54">
            <a:extLst xmlns:a="http://schemas.openxmlformats.org/drawingml/2006/main">
              <a:ext uri="{FF2B5EF4-FFF2-40B4-BE49-F238E27FC236}">
                <a16:creationId xmlns:a16="http://schemas.microsoft.com/office/drawing/2014/main" id="{2A8A3A45-A535-474D-926A-255808FE72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3" name="Google Shape;83;p54">
            <a:extLst xmlns:a="http://schemas.openxmlformats.org/drawingml/2006/main">
              <a:ext uri="{FF2B5EF4-FFF2-40B4-BE49-F238E27FC236}">
                <a16:creationId xmlns:a16="http://schemas.microsoft.com/office/drawing/2014/main" id="{2F24FD56-0E14-4246-BF62-EE26212A3B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54">
            <a:extLst xmlns:a="http://schemas.openxmlformats.org/drawingml/2006/main">
              <a:ext uri="{FF2B5EF4-FFF2-40B4-BE49-F238E27FC236}">
                <a16:creationId xmlns:a16="http://schemas.microsoft.com/office/drawing/2014/main" id="{016536CA-C3C5-4EE8-9519-9AF27786B4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ítulo vertical y texto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Google Shape;86;p55">
            <a:extLst xmlns:a="http://schemas.openxmlformats.org/drawingml/2006/main">
              <a:ext uri="{FF2B5EF4-FFF2-40B4-BE49-F238E27FC236}">
                <a16:creationId xmlns:a16="http://schemas.microsoft.com/office/drawing/2014/main" id="{2172ECC7-39B1-47AD-961A-DBFDCDD0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1" y="599725"/>
            <a:ext cx="2906817" cy="58169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Google Shape;87;p55">
            <a:extLst xmlns:a="http://schemas.openxmlformats.org/drawingml/2006/main">
              <a:ext uri="{FF2B5EF4-FFF2-40B4-BE49-F238E27FC236}">
                <a16:creationId xmlns:a16="http://schemas.microsoft.com/office/drawing/2014/main" id="{DCD75FE5-877A-4620-B6FE-09F6900C76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249746" y="2265181"/>
            <a:ext cx="5183073" cy="20041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8" name="Google Shape;88;p55">
            <a:extLst xmlns:a="http://schemas.openxmlformats.org/drawingml/2006/main">
              <a:ext uri="{FF2B5EF4-FFF2-40B4-BE49-F238E27FC236}">
                <a16:creationId xmlns:a16="http://schemas.microsoft.com/office/drawing/2014/main" id="{9E2C8AB8-70AC-4C61-9AEA-67E200953A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2131526" y="-680877"/>
            <a:ext cx="5183073" cy="78962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9" name="Google Shape;89;p55">
            <a:extLst xmlns:a="http://schemas.openxmlformats.org/drawingml/2006/main">
              <a:ext uri="{FF2B5EF4-FFF2-40B4-BE49-F238E27FC236}">
                <a16:creationId xmlns:a16="http://schemas.microsoft.com/office/drawing/2014/main" id="{80BC2BE7-96A1-4A47-A3B6-78919C0628A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993673" y="5956137"/>
            <a:ext cx="1328141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0" name="Google Shape;90;p55">
            <a:extLst xmlns:a="http://schemas.openxmlformats.org/drawingml/2006/main">
              <a:ext uri="{FF2B5EF4-FFF2-40B4-BE49-F238E27FC236}">
                <a16:creationId xmlns:a16="http://schemas.microsoft.com/office/drawing/2014/main" id="{DDE367DF-8C0A-4A12-A286-1493B4B7CA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74923" y="5951811"/>
            <a:ext cx="789627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1" name="Google Shape;91;p55">
            <a:extLst xmlns:a="http://schemas.openxmlformats.org/drawingml/2006/main">
              <a:ext uri="{FF2B5EF4-FFF2-40B4-BE49-F238E27FC236}">
                <a16:creationId xmlns:a16="http://schemas.microsoft.com/office/drawing/2014/main" id="{669B6E7F-2488-4548-86C5-F98500B8A7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446615" y="5956137"/>
            <a:ext cx="1164195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b74d299021423a" /><Relationship Type="http://schemas.openxmlformats.org/officeDocument/2006/relationships/slideLayout" Target="/ppt/slideLayouts/slideLayout1.xml" Id="R06e5d4a508b043a0" /><Relationship Type="http://schemas.openxmlformats.org/officeDocument/2006/relationships/slideLayout" Target="/ppt/slideLayouts/slideLayout2.xml" Id="R9f327f23dc6444b1" /><Relationship Type="http://schemas.openxmlformats.org/officeDocument/2006/relationships/slideLayout" Target="/ppt/slideLayouts/slideLayout3.xml" Id="R16913efe8c6a47b4" /><Relationship Type="http://schemas.openxmlformats.org/officeDocument/2006/relationships/slideLayout" Target="/ppt/slideLayouts/slideLayout4.xml" Id="R4238b6aa28a94862" /><Relationship Type="http://schemas.openxmlformats.org/officeDocument/2006/relationships/slideLayout" Target="/ppt/slideLayouts/slideLayout5.xml" Id="Re48d9c9f93c049e8" /><Relationship Type="http://schemas.openxmlformats.org/officeDocument/2006/relationships/slideLayout" Target="/ppt/slideLayouts/slideLayout6.xml" Id="R47ea9c7ed50049a1" /><Relationship Type="http://schemas.openxmlformats.org/officeDocument/2006/relationships/slideLayout" Target="/ppt/slideLayouts/slideLayout7.xml" Id="R549f5e4060454aee" /><Relationship Type="http://schemas.openxmlformats.org/officeDocument/2006/relationships/slideLayout" Target="/ppt/slideLayouts/slideLayout8.xml" Id="Rfa2bd90d23c24adb" /><Relationship Type="http://schemas.openxmlformats.org/officeDocument/2006/relationships/slideLayout" Target="/ppt/slideLayouts/slideLayout9.xml" Id="R81c5531f85184ffc" /><Relationship Type="http://schemas.openxmlformats.org/officeDocument/2006/relationships/slideLayout" Target="/ppt/slideLayouts/slideLayout10.xml" Id="R497d4a6f534a44e8" /><Relationship Type="http://schemas.openxmlformats.org/officeDocument/2006/relationships/slideLayout" Target="/ppt/slideLayouts/slideLayout11.xml" Id="R1784d182fb9b4bb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44">
            <a:extLst xmlns:a="http://schemas.openxmlformats.org/drawingml/2006/main">
              <a:ext uri="{FF2B5EF4-FFF2-40B4-BE49-F238E27FC236}">
                <a16:creationId xmlns:a16="http://schemas.microsoft.com/office/drawing/2014/main" id="{0581A265-63D3-46E3-AE97-F7715AE31E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5124"/>
            <a:ext cx="11029616" cy="1189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44">
            <a:extLst xmlns:a="http://schemas.openxmlformats.org/drawingml/2006/main">
              <a:ext uri="{FF2B5EF4-FFF2-40B4-BE49-F238E27FC236}">
                <a16:creationId xmlns:a16="http://schemas.microsoft.com/office/drawing/2014/main" id="{B4CB2585-0788-4C21-A24B-B192835800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336003"/>
            <a:ext cx="11029616" cy="3522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marR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1pPr>
            <a:lvl2pPr marL="914400" marR="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2pPr>
            <a:lvl3pPr marL="1371600" marR="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3pPr>
            <a:lvl4pPr marL="18288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4pPr>
            <a:lvl5pPr marL="22860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5pPr>
            <a:lvl6pPr marL="27432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6pPr>
            <a:lvl7pPr marL="32004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7pPr>
            <a:lvl8pPr marL="36576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8pPr>
            <a:lvl9pPr marL="4114800" marR="0" indent="-298703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44">
            <a:extLst xmlns:a="http://schemas.openxmlformats.org/drawingml/2006/main">
              <a:ext uri="{FF2B5EF4-FFF2-40B4-BE49-F238E27FC236}">
                <a16:creationId xmlns:a16="http://schemas.microsoft.com/office/drawing/2014/main" id="{F09B8C28-A6CA-4E29-94FB-81BD2399BE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9" name="Google Shape;9;p44">
            <a:extLst xmlns:a="http://schemas.openxmlformats.org/drawingml/2006/main">
              <a:ext uri="{FF2B5EF4-FFF2-40B4-BE49-F238E27FC236}">
                <a16:creationId xmlns:a16="http://schemas.microsoft.com/office/drawing/2014/main" id="{5ADA7A14-52C2-49C0-A02C-8562200EF8C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0" name="Google Shape;10;p44">
            <a:extLst xmlns:a="http://schemas.openxmlformats.org/drawingml/2006/main">
              <a:ext uri="{FF2B5EF4-FFF2-40B4-BE49-F238E27FC236}">
                <a16:creationId xmlns:a16="http://schemas.microsoft.com/office/drawing/2014/main" id="{609561A7-5504-414D-A249-DED470D805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1" name="Google Shape;11;p44">
            <a:extLst xmlns:a="http://schemas.openxmlformats.org/drawingml/2006/main">
              <a:ext uri="{FF2B5EF4-FFF2-40B4-BE49-F238E27FC236}">
                <a16:creationId xmlns:a16="http://schemas.microsoft.com/office/drawing/2014/main" id="{E691BF0F-961B-4ED4-B2E6-535B8866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457200"/>
            <a:ext cx="3703320" cy="949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Google Shape;12;p44">
            <a:extLst xmlns:a="http://schemas.openxmlformats.org/drawingml/2006/main">
              <a:ext uri="{FF2B5EF4-FFF2-40B4-BE49-F238E27FC236}">
                <a16:creationId xmlns:a16="http://schemas.microsoft.com/office/drawing/2014/main" id="{A323867E-2370-4326-9655-F61DCFB0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147" y="453643"/>
            <a:ext cx="3703320" cy="9855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3;p44">
            <a:extLst xmlns:a="http://schemas.openxmlformats.org/drawingml/2006/main">
              <a:ext uri="{FF2B5EF4-FFF2-40B4-BE49-F238E27FC236}">
                <a16:creationId xmlns:a16="http://schemas.microsoft.com/office/drawing/2014/main" id="{09721B0E-9D69-412B-AD9E-F01CED7D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830" y="457200"/>
            <a:ext cx="37033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e5d4a508b043a0"/>
    <p:sldLayoutId xmlns:r="http://schemas.openxmlformats.org/officeDocument/2006/relationships" id="2147483650" r:id="R9f327f23dc6444b1"/>
    <p:sldLayoutId xmlns:r="http://schemas.openxmlformats.org/officeDocument/2006/relationships" id="2147483651" r:id="R16913efe8c6a47b4"/>
    <p:sldLayoutId xmlns:r="http://schemas.openxmlformats.org/officeDocument/2006/relationships" id="2147483652" r:id="R4238b6aa28a94862"/>
    <p:sldLayoutId xmlns:r="http://schemas.openxmlformats.org/officeDocument/2006/relationships" id="2147483653" r:id="Re48d9c9f93c049e8"/>
    <p:sldLayoutId xmlns:r="http://schemas.openxmlformats.org/officeDocument/2006/relationships" id="2147483654" r:id="R47ea9c7ed50049a1"/>
    <p:sldLayoutId xmlns:r="http://schemas.openxmlformats.org/officeDocument/2006/relationships" id="2147483655" r:id="R549f5e4060454aee"/>
    <p:sldLayoutId xmlns:r="http://schemas.openxmlformats.org/officeDocument/2006/relationships" id="2147483656" r:id="Rfa2bd90d23c24adb"/>
    <p:sldLayoutId xmlns:r="http://schemas.openxmlformats.org/officeDocument/2006/relationships" id="2147483657" r:id="R81c5531f85184ffc"/>
    <p:sldLayoutId xmlns:r="http://schemas.openxmlformats.org/officeDocument/2006/relationships" id="2147483658" r:id="R497d4a6f534a44e8"/>
    <p:sldLayoutId xmlns:r="http://schemas.openxmlformats.org/officeDocument/2006/relationships" id="2147483659" r:id="R1784d182fb9b4bbe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b04aef52954623" /><Relationship Type="http://schemas.openxmlformats.org/officeDocument/2006/relationships/image" Target="/ppt/media/image.png" Id="Reb050b23e0404fed" /><Relationship Type="http://schemas.openxmlformats.org/officeDocument/2006/relationships/notesSlide" Target="/ppt/notesSlides/notesSlide1.xml" Id="Rd916eb3fc99b40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f9f462e9f041f5" /><Relationship Type="http://schemas.openxmlformats.org/officeDocument/2006/relationships/image" Target="/ppt/media/image2.png" Id="Rde4d17f64ceb4d97" /><Relationship Type="http://schemas.openxmlformats.org/officeDocument/2006/relationships/notesSlide" Target="/ppt/notesSlides/notesSlide2.xml" Id="Rb3fa963e67cd4a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3e63b1745349ca" /><Relationship Type="http://schemas.openxmlformats.org/officeDocument/2006/relationships/notesSlide" Target="/ppt/notesSlides/notesSlide3.xml" Id="R0451cdcc3aa14e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70b18d25be4aea" /><Relationship Type="http://schemas.openxmlformats.org/officeDocument/2006/relationships/notesSlide" Target="/ppt/notesSlides/notesSlide4.xml" Id="R04f40b87b4644c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2b1b2ccbae4bad" /><Relationship Type="http://schemas.openxmlformats.org/officeDocument/2006/relationships/notesSlide" Target="/ppt/notesSlides/notesSlide5.xml" Id="R5ad9b192895a43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094bc83a954e19" /><Relationship Type="http://schemas.openxmlformats.org/officeDocument/2006/relationships/notesSlide" Target="/ppt/notesSlides/notesSlide6.xml" Id="Rcdfc5c7b71d54ec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dea951ccf148c2" /><Relationship Type="http://schemas.openxmlformats.org/officeDocument/2006/relationships/notesSlide" Target="/ppt/notesSlides/notesSlide7.xml" Id="R1069e37342454a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5c5959c82e4cde" /><Relationship Type="http://schemas.openxmlformats.org/officeDocument/2006/relationships/notesSlide" Target="/ppt/notesSlides/notesSlide8.xml" Id="Rf5e5a9138ec9463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a6e84a03764c4b" /><Relationship Type="http://schemas.openxmlformats.org/officeDocument/2006/relationships/notesSlide" Target="/ppt/notesSlides/notesSlide9.xml" Id="R74d94e10e039438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039edb675c4f10" /><Relationship Type="http://schemas.openxmlformats.org/officeDocument/2006/relationships/notesSlide" Target="/ppt/notesSlides/notesSlide10.xml" Id="R755ce3a0b96d4cc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877261d0574368" /><Relationship Type="http://schemas.openxmlformats.org/officeDocument/2006/relationships/notesSlide" Target="/ppt/notesSlides/notesSlide11.xml" Id="R9376936ef07c43f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6c35b8e68b437f" /><Relationship Type="http://schemas.openxmlformats.org/officeDocument/2006/relationships/notesSlide" Target="/ppt/notesSlides/notesSlide12.xml" Id="Rc958f442f1904ab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6159d365114e0f" /><Relationship Type="http://schemas.openxmlformats.org/officeDocument/2006/relationships/notesSlide" Target="/ppt/notesSlides/notesSlide13.xml" Id="Rf514d2a2fa3548e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faf0a61f484325" /><Relationship Type="http://schemas.openxmlformats.org/officeDocument/2006/relationships/notesSlide" Target="/ppt/notesSlides/notesSlide14.xml" Id="Rc43456c0cf324df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45ce1635634d16" /><Relationship Type="http://schemas.openxmlformats.org/officeDocument/2006/relationships/notesSlide" Target="/ppt/notesSlides/notesSlide15.xml" Id="R313dec610e484ea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a7cba80bf3497e" /><Relationship Type="http://schemas.openxmlformats.org/officeDocument/2006/relationships/notesSlide" Target="/ppt/notesSlides/notesSlide16.xml" Id="R8c4e9c0d4dda433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a255aaa7e64349" /><Relationship Type="http://schemas.openxmlformats.org/officeDocument/2006/relationships/notesSlide" Target="/ppt/notesSlides/notesSlide17.xml" Id="R6ae576d969e8495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0ce5e59ac34d23" /><Relationship Type="http://schemas.openxmlformats.org/officeDocument/2006/relationships/notesSlide" Target="/ppt/notesSlides/notesSlide18.xml" Id="R9653c67f165a442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8a3bc9c1284ab6" /><Relationship Type="http://schemas.openxmlformats.org/officeDocument/2006/relationships/notesSlide" Target="/ppt/notesSlides/notesSlide19.xml" Id="R0f60e8a07e86405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af339d23d54ed4" /><Relationship Type="http://schemas.openxmlformats.org/officeDocument/2006/relationships/notesSlide" Target="/ppt/notesSlides/notesSlide20.xml" Id="Rf928bf76748e4fa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eeb73469864a9a" /><Relationship Type="http://schemas.openxmlformats.org/officeDocument/2006/relationships/notesSlide" Target="/ppt/notesSlides/notesSlide21.xml" Id="Re9d2c15147824a1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fe4900c6354f2b" /><Relationship Type="http://schemas.openxmlformats.org/officeDocument/2006/relationships/image" Target="/ppt/media/image.jpeg" Id="R8d751b16adba4fee" /><Relationship Type="http://schemas.openxmlformats.org/officeDocument/2006/relationships/notesSlide" Target="/ppt/notesSlides/notesSlide22.xml" Id="Rf2c56ae58197420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73bb6b3ff042e8" /><Relationship Type="http://schemas.openxmlformats.org/officeDocument/2006/relationships/image" Target="/ppt/media/image2.jpeg" Id="Ra9d90f313ed748eb" /><Relationship Type="http://schemas.openxmlformats.org/officeDocument/2006/relationships/notesSlide" Target="/ppt/notesSlides/notesSlide23.xml" Id="R0fb68149f30448a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a191aa407542c4" /><Relationship Type="http://schemas.openxmlformats.org/officeDocument/2006/relationships/notesSlide" Target="/ppt/notesSlides/notesSlide24.xml" Id="R702c8655f48e4c2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3572387e0244e5" /><Relationship Type="http://schemas.openxmlformats.org/officeDocument/2006/relationships/notesSlide" Target="/ppt/notesSlides/notesSlide25.xml" Id="R1cc8625e28a94a8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c3a845b1ec4593" /><Relationship Type="http://schemas.openxmlformats.org/officeDocument/2006/relationships/notesSlide" Target="/ppt/notesSlides/notesSlide26.xml" Id="R8d4649619b544cf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c6f7a02ea6416e" /><Relationship Type="http://schemas.openxmlformats.org/officeDocument/2006/relationships/notesSlide" Target="/ppt/notesSlides/notesSlide27.xml" Id="R25e2d92c519446c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636a91eb3d46c6" /><Relationship Type="http://schemas.openxmlformats.org/officeDocument/2006/relationships/notesSlide" Target="/ppt/notesSlides/notesSlide28.xml" Id="Rcb51bd7c21214a0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3cd69cf47d450b" /><Relationship Type="http://schemas.openxmlformats.org/officeDocument/2006/relationships/notesSlide" Target="/ppt/notesSlides/notesSlide29.xml" Id="Rabc2c6d754de4a8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049af6ead54f06" /><Relationship Type="http://schemas.openxmlformats.org/officeDocument/2006/relationships/notesSlide" Target="/ppt/notesSlides/notesSlide30.xml" Id="Rfdc7d46a4cf7425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1">
            <a:extLst xmlns:a="http://schemas.openxmlformats.org/drawingml/2006/main">
              <a:ext uri="{FF2B5EF4-FFF2-40B4-BE49-F238E27FC236}">
                <a16:creationId xmlns:a16="http://schemas.microsoft.com/office/drawing/2014/main" id="{EC103FF6-0385-4D2C-AC03-E56E0838DE7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99226" y="3158569"/>
            <a:ext cx="10993549" cy="1578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MANUAL TÉCNICO</a:t>
            </a:r>
            <a:br>
              <a:rPr>
                <a:solidFill>
                  <a:schemeClr val="lt1"/>
                </a:solidFill>
              </a:rPr>
            </a:br>
            <a:r>
              <a:rPr>
                <a:solidFill>
                  <a:schemeClr val="lt1"/>
                </a:solidFill>
              </a:rPr>
              <a:t>SOAP JAVA SINBDD GR09</a:t>
            </a:r>
            <a:endParaRPr/>
          </a:p>
        </p:txBody>
      </p:sp>
      <p:sp>
        <p:nvSpPr>
          <p:cNvPr id="97" name="Google Shape;97;p1">
            <a:extLst xmlns:a="http://schemas.openxmlformats.org/drawingml/2006/main">
              <a:ext uri="{FF2B5EF4-FFF2-40B4-BE49-F238E27FC236}">
                <a16:creationId xmlns:a16="http://schemas.microsoft.com/office/drawing/2014/main" id="{D4253B45-1AE6-4098-B4E4-B8DFFF73A46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99226" y="4572000"/>
            <a:ext cx="4261531" cy="18127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INTEGRANTE:</a:t>
            </a: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JULIO ENRIQUE VICHE CASTILLO</a:t>
            </a: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GRUPO: GR09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">
            <a:extLst xmlns:a="http://schemas.openxmlformats.org/drawingml/2006/main">
              <a:ext uri="{FF2B5EF4-FFF2-40B4-BE49-F238E27FC236}">
                <a16:creationId xmlns:a16="http://schemas.microsoft.com/office/drawing/2014/main" id="{E88FBA2A-5FD6-45C0-9265-6E37BD3233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050b23e0404fe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19597" y="716302"/>
            <a:ext cx="11647502" cy="2193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">
            <a:extLst xmlns:a="http://schemas.openxmlformats.org/drawingml/2006/main">
              <a:ext uri="{FF2B5EF4-FFF2-40B4-BE49-F238E27FC236}">
                <a16:creationId xmlns:a16="http://schemas.microsoft.com/office/drawing/2014/main" id="{5F42DDD6-F581-4422-A3D2-D2AAA54F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999" y="5301801"/>
            <a:ext cx="4318000" cy="1235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FECHA: 27/10/2026</a:t>
            </a: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ASIGNATURA: ARQUITECTURA DE SOFTWARE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0" name="Google Shape;100;p1">
            <a:extLst xmlns:a="http://schemas.openxmlformats.org/drawingml/2006/main">
              <a:ext uri="{FF2B5EF4-FFF2-40B4-BE49-F238E27FC236}">
                <a16:creationId xmlns:a16="http://schemas.microsoft.com/office/drawing/2014/main" id="{0F2FCB03-CB6D-415E-908B-004B418C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72365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Google Shape;105;p2">
            <a:extLst xmlns:a="http://schemas.openxmlformats.org/drawingml/2006/main">
              <a:ext uri="{FF2B5EF4-FFF2-40B4-BE49-F238E27FC236}">
                <a16:creationId xmlns:a16="http://schemas.microsoft.com/office/drawing/2014/main" id="{87DCCF2E-980E-4047-ACF1-B0CD4848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4406"/>
            <a:ext cx="12192000" cy="624359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6" name="Google Shape;106;p2">
            <a:extLst xmlns:a="http://schemas.openxmlformats.org/drawingml/2006/main">
              <a:ext uri="{FF2B5EF4-FFF2-40B4-BE49-F238E27FC236}">
                <a16:creationId xmlns:a16="http://schemas.microsoft.com/office/drawing/2014/main" id="{FC8C7B52-7D07-4B3B-BB74-412F4BCC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377" y="614407"/>
            <a:ext cx="3707477" cy="56117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7" name="Google Shape;107;p2">
            <a:extLst xmlns:a="http://schemas.openxmlformats.org/drawingml/2006/main">
              <a:ext uri="{FF2B5EF4-FFF2-40B4-BE49-F238E27FC236}">
                <a16:creationId xmlns:a16="http://schemas.microsoft.com/office/drawing/2014/main" id="{97CA0CC9-12E8-49CA-ABD7-BB381159EE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6348" y="701336"/>
            <a:ext cx="3389726" cy="5424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DESARROLLO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OBJETIVO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SERVIDOR SOAP EN JAVA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CONSOLA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ESCRITORIO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WEB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MÓVIL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CONCLUSIONES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>
            <a:extLst xmlns:a="http://schemas.openxmlformats.org/drawingml/2006/main">
              <a:ext uri="{FF2B5EF4-FFF2-40B4-BE49-F238E27FC236}">
                <a16:creationId xmlns:a16="http://schemas.microsoft.com/office/drawing/2014/main" id="{EED421CA-9957-4938-A6C5-1E76EEFBDC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4d17f64ceb4d9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791522" y="1935576"/>
            <a:ext cx="6489819" cy="3007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9" name="Google Shape;109;p2">
            <a:extLst xmlns:a="http://schemas.openxmlformats.org/drawingml/2006/main">
              <a:ext uri="{FF2B5EF4-FFF2-40B4-BE49-F238E27FC236}">
                <a16:creationId xmlns:a16="http://schemas.microsoft.com/office/drawing/2014/main" id="{F9BC67CE-49EF-412D-AE0A-08C26127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340959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Google Shape;114;p3">
            <a:extLst xmlns:a="http://schemas.openxmlformats.org/drawingml/2006/main">
              <a:ext uri="{FF2B5EF4-FFF2-40B4-BE49-F238E27FC236}">
                <a16:creationId xmlns:a16="http://schemas.microsoft.com/office/drawing/2014/main" id="{59C06E11-F6E4-4D0D-ACFE-24DFCEF0D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15" name="Google Shape;115;p3">
            <a:extLst xmlns:a="http://schemas.openxmlformats.org/drawingml/2006/main">
              <a:ext uri="{FF2B5EF4-FFF2-40B4-BE49-F238E27FC236}">
                <a16:creationId xmlns:a16="http://schemas.microsoft.com/office/drawing/2014/main" id="{D5E77AEB-2A92-46ED-9D85-1FEFE44385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441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1.1 OBJETIVO</a:t>
            </a: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Documentar la configuración, arquitectura, ejecución y validación del conversor de unidades. El sistema ofrece clientes de consola, escritorio, web y móvil conectados a un servicio Java de tipo </a:t>
            </a: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SOAP.</a:t>
            </a: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116" name="Google Shape;116;p3">
            <a:extLst xmlns:a="http://schemas.openxmlformats.org/drawingml/2006/main">
              <a:ext uri="{FF2B5EF4-FFF2-40B4-BE49-F238E27FC236}">
                <a16:creationId xmlns:a16="http://schemas.microsoft.com/office/drawing/2014/main" id="{1FC59052-298E-41D3-AD55-EAF7EC6F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3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896324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g2d6d00c5bd2_0_0">
            <a:extLst xmlns:a="http://schemas.openxmlformats.org/drawingml/2006/main">
              <a:ext uri="{FF2B5EF4-FFF2-40B4-BE49-F238E27FC236}">
                <a16:creationId xmlns:a16="http://schemas.microsoft.com/office/drawing/2014/main" id="{DA96B777-ECFF-40D6-A679-067F629845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22" name="Google Shape;122;g2d6d00c5bd2_0_0">
            <a:extLst xmlns:a="http://schemas.openxmlformats.org/drawingml/2006/main">
              <a:ext uri="{FF2B5EF4-FFF2-40B4-BE49-F238E27FC236}">
                <a16:creationId xmlns:a16="http://schemas.microsoft.com/office/drawing/2014/main" id="{3453969F-DD1B-4C3B-ADF6-BE18B97701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180500"/>
            <a:ext cx="8589300" cy="16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92500"/>
          </a:bodyPr>
          <a:lstStyle xmlns:a="http://schemas.openxmlformats.org/drawingml/2006/main"/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1.2 CREACIÓN DEL SERVIDOR SOAP</a:t>
            </a: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sz="1929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Java 11, Jakarta XML Web Services y Metro. Publisher.java publica ambos endpoints en localhost:8080.</a:t>
            </a: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Compila desde 04. SERVIDOR con mvn clean package.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23" name="Google Shape;123;g2d6d00c5bd2_0_0">
            <a:extLst xmlns:a="http://schemas.openxmlformats.org/drawingml/2006/main">
              <a:ext uri="{FF2B5EF4-FFF2-40B4-BE49-F238E27FC236}">
                <a16:creationId xmlns:a16="http://schemas.microsoft.com/office/drawing/2014/main" id="{8968092F-C058-411C-AD9F-3BA5501F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Estructura inicial del servidor">
            <a:extLst xmlns:a="http://schemas.openxmlformats.org/drawingml/2006/main">
              <a:ext uri="{FF2B5EF4-FFF2-40B4-BE49-F238E27FC236}">
                <a16:creationId xmlns:a16="http://schemas.microsoft.com/office/drawing/2014/main" id="{8F4CF77D-59BB-4DD6-9BE8-8A7DEA0F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09191"/>
            <a:ext cx="3131854" cy="21793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Estructura inicial del servidor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Ajustes del endpoint y dependencias">
            <a:extLst xmlns:a="http://schemas.openxmlformats.org/drawingml/2006/main">
              <a:ext uri="{FF2B5EF4-FFF2-40B4-BE49-F238E27FC236}">
                <a16:creationId xmlns:a16="http://schemas.microsoft.com/office/drawing/2014/main" id="{C2B37573-DD7F-4CE8-A0E8-5D433887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00" y="3716772"/>
            <a:ext cx="3480507" cy="21642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Ajustes del endpoint y dependencias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royecto Maven y configuración del servidor">
            <a:extLst xmlns:a="http://schemas.openxmlformats.org/drawingml/2006/main">
              <a:ext uri="{FF2B5EF4-FFF2-40B4-BE49-F238E27FC236}">
                <a16:creationId xmlns:a16="http://schemas.microsoft.com/office/drawing/2014/main" id="{493BDDFD-617A-44F4-8FC8-D380D1BF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86" y="3724354"/>
            <a:ext cx="3249332" cy="21642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Proyecto Maven y configuración del servidor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589944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9322FB41-D710-49F1-94CE-2E9DD66454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28DB6D27-6599-4E3F-B92F-48B2BCA749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7"/>
            <a:ext cx="8589441" cy="1248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1.2 CONTRATO DEL SERVICIO SOAP</a:t>
            </a: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sz="1350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WSDL describe las operaciones SOAP/XML de autenticación y conversión para longitud, masa y temperatura.</a:t>
            </a: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Autentica al usuario antes de invocar una conversión.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B359E9D0-036D-4310-B675-878ED8A0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Configuración de recursos y formato de respuesta">
            <a:extLst xmlns:a="http://schemas.openxmlformats.org/drawingml/2006/main">
              <a:ext uri="{FF2B5EF4-FFF2-40B4-BE49-F238E27FC236}">
                <a16:creationId xmlns:a16="http://schemas.microsoft.com/office/drawing/2014/main" id="{D46C417E-63B1-4351-91FB-17167D2A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4120" y="3429000"/>
            <a:ext cx="5843760" cy="29648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 recursos y formato de respuesta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Dependencias de servicios SOAP/REST">
            <a:extLst xmlns:a="http://schemas.openxmlformats.org/drawingml/2006/main">
              <a:ext uri="{FF2B5EF4-FFF2-40B4-BE49-F238E27FC236}">
                <a16:creationId xmlns:a16="http://schemas.microsoft.com/office/drawing/2014/main" id="{08E533D8-CA82-48EB-A318-4D404FD2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42" y="3401152"/>
            <a:ext cx="210502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Dependencias de servicios SOAP/REST</a:t>
            </a:r>
          </a:p>
        </p:txBody>
      </p:sp>
    </p:spTree>
    <p:extLst>
      <p:ext uri="{BB962C8B-B14F-4D97-AF65-F5344CB8AC3E}">
        <p14:creationId xmlns:p14="http://schemas.microsoft.com/office/powerpoint/2010/main" val="161265079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Google Shape;148;g2d624313899_0_5">
            <a:extLst xmlns:a="http://schemas.openxmlformats.org/drawingml/2006/main">
              <a:ext uri="{FF2B5EF4-FFF2-40B4-BE49-F238E27FC236}">
                <a16:creationId xmlns:a16="http://schemas.microsoft.com/office/drawing/2014/main" id="{7457EA5E-41D9-4A9F-93EB-AA4864130A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49" name="Google Shape;149;g2d624313899_0_5">
            <a:extLst xmlns:a="http://schemas.openxmlformats.org/drawingml/2006/main">
              <a:ext uri="{FF2B5EF4-FFF2-40B4-BE49-F238E27FC236}">
                <a16:creationId xmlns:a16="http://schemas.microsoft.com/office/drawing/2014/main" id="{2BABA928-5FDF-40A4-8383-9E305167CD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180500"/>
            <a:ext cx="4557900" cy="38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ARQUITECTURA DEL SERVIDOR</a:t>
            </a:r>
          </a:p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sz="1677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La solución separa la publicación del servicio de la lógica de conversión. Publisher inicializa Metro; los endpoints SOAP delegan autenticación y conversiones en las clases de servicio.</a:t>
            </a:r>
          </a:p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Los catálogos de unidades y las fórmulas permanecen en memoria.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50" name="Google Shape;150;g2d624313899_0_5">
            <a:extLst xmlns:a="http://schemas.openxmlformats.org/drawingml/2006/main">
              <a:ext uri="{FF2B5EF4-FFF2-40B4-BE49-F238E27FC236}">
                <a16:creationId xmlns:a16="http://schemas.microsoft.com/office/drawing/2014/main" id="{22A479E1-9F75-4B43-90F3-F778888D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Paquetes y componentes del servidor">
            <a:extLst xmlns:a="http://schemas.openxmlformats.org/drawingml/2006/main">
              <a:ext uri="{FF2B5EF4-FFF2-40B4-BE49-F238E27FC236}">
                <a16:creationId xmlns:a16="http://schemas.microsoft.com/office/drawing/2014/main" id="{D5A955C8-73DF-4A43-96ED-5C495A39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9937" y="2870106"/>
            <a:ext cx="3268557" cy="20335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Paquetes y componentes del servidor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835831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Google Shape;164;g2d624313899_0_26">
            <a:extLst xmlns:a="http://schemas.openxmlformats.org/drawingml/2006/main">
              <a:ext uri="{FF2B5EF4-FFF2-40B4-BE49-F238E27FC236}">
                <a16:creationId xmlns:a16="http://schemas.microsoft.com/office/drawing/2014/main" id="{139CE000-7564-4173-AB6C-67AB8C8BF3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65" name="Google Shape;165;g2d624313899_0_26">
            <a:extLst xmlns:a="http://schemas.openxmlformats.org/drawingml/2006/main">
              <a:ext uri="{FF2B5EF4-FFF2-40B4-BE49-F238E27FC236}">
                <a16:creationId xmlns:a16="http://schemas.microsoft.com/office/drawing/2014/main" id="{C956B1D9-2E53-43ED-9DAA-D5515ED8F3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660" y="2108200"/>
            <a:ext cx="3048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PUBLICACIÓN DE ENDPOINTS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Publisher.java inicia Metro en localhost:8080 y publica ServicioAutenticacion y ServicioConversion.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Mantén activo el servidor mientras se ejecutan los clientes Java.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166" name="Google Shape;166;g2d624313899_0_26">
            <a:extLst xmlns:a="http://schemas.openxmlformats.org/drawingml/2006/main">
              <a:ext uri="{FF2B5EF4-FFF2-40B4-BE49-F238E27FC236}">
                <a16:creationId xmlns:a16="http://schemas.microsoft.com/office/drawing/2014/main" id="{D0375851-9531-4FCB-9ED8-8E1C91E5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Código de publicación o registro de recursos">
            <a:extLst xmlns:a="http://schemas.openxmlformats.org/drawingml/2006/main">
              <a:ext uri="{FF2B5EF4-FFF2-40B4-BE49-F238E27FC236}">
                <a16:creationId xmlns:a16="http://schemas.microsoft.com/office/drawing/2014/main" id="{B7CF14C7-A1FB-46CD-9B06-2501C685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5414" y="2817286"/>
            <a:ext cx="4441055" cy="3615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Código de publicación o registro de recursos</a:t>
            </a:r>
          </a:p>
        </p:txBody>
      </p:sp>
    </p:spTree>
    <p:extLst>
      <p:ext uri="{BB962C8B-B14F-4D97-AF65-F5344CB8AC3E}">
        <p14:creationId xmlns:p14="http://schemas.microsoft.com/office/powerpoint/2010/main" val="9137813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g2d624313899_0_71">
            <a:extLst xmlns:a="http://schemas.openxmlformats.org/drawingml/2006/main">
              <a:ext uri="{FF2B5EF4-FFF2-40B4-BE49-F238E27FC236}">
                <a16:creationId xmlns:a16="http://schemas.microsoft.com/office/drawing/2014/main" id="{70A9B607-0071-471E-BC6C-3B90DE60FE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89" name="Google Shape;189;g2d624313899_0_71">
            <a:extLst xmlns:a="http://schemas.openxmlformats.org/drawingml/2006/main">
              <a:ext uri="{FF2B5EF4-FFF2-40B4-BE49-F238E27FC236}">
                <a16:creationId xmlns:a16="http://schemas.microsoft.com/office/drawing/2014/main" id="{B80FBCB6-4480-4279-944F-BD1615FDD6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4530" y="1921510"/>
            <a:ext cx="60186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190" name="Google Shape;190;g2d624313899_0_71">
            <a:extLst xmlns:a="http://schemas.openxmlformats.org/drawingml/2006/main">
              <a:ext uri="{FF2B5EF4-FFF2-40B4-BE49-F238E27FC236}">
                <a16:creationId xmlns:a16="http://schemas.microsoft.com/office/drawing/2014/main" id="{93968489-8F77-46FB-8BE8-4F7F1760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Respuesta del servicio">
            <a:extLst xmlns:a="http://schemas.openxmlformats.org/drawingml/2006/main">
              <a:ext uri="{FF2B5EF4-FFF2-40B4-BE49-F238E27FC236}">
                <a16:creationId xmlns:a16="http://schemas.microsoft.com/office/drawing/2014/main" id="{E9114EA8-A636-4E5D-9078-2EE4448E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8100" y="4415104"/>
            <a:ext cx="2808980" cy="207069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Respuesta del servicio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Prueba de conversión de temperatura">
            <a:extLst xmlns:a="http://schemas.openxmlformats.org/drawingml/2006/main">
              <a:ext uri="{FF2B5EF4-FFF2-40B4-BE49-F238E27FC236}">
                <a16:creationId xmlns:a16="http://schemas.microsoft.com/office/drawing/2014/main" id="{DEA656A8-E519-47C1-AE44-5E7BD4AF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150" y="4415104"/>
            <a:ext cx="2761232" cy="217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conversión de temperatura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rueba de conversión de masa">
            <a:extLst xmlns:a="http://schemas.openxmlformats.org/drawingml/2006/main">
              <a:ext uri="{FF2B5EF4-FFF2-40B4-BE49-F238E27FC236}">
                <a16:creationId xmlns:a16="http://schemas.microsoft.com/office/drawing/2014/main" id="{C2E3AF7B-1C5B-485E-8F00-68AB1DFA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34" y="4415104"/>
            <a:ext cx="2630216" cy="20089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conversión de masa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CAPTURA PENDIENTE - Prueba de conversión de longitud">
            <a:extLst xmlns:a="http://schemas.openxmlformats.org/drawingml/2006/main">
              <a:ext uri="{FF2B5EF4-FFF2-40B4-BE49-F238E27FC236}">
                <a16:creationId xmlns:a16="http://schemas.microsoft.com/office/drawing/2014/main" id="{C9C3B946-C4DF-42E1-81A6-50079FD4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319" y="1994161"/>
            <a:ext cx="2849245" cy="20758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conversión de longitud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CAPTURA PENDIENTE - Prueba de autenticación">
            <a:extLst xmlns:a="http://schemas.openxmlformats.org/drawingml/2006/main">
              <a:ext uri="{FF2B5EF4-FFF2-40B4-BE49-F238E27FC236}">
                <a16:creationId xmlns:a16="http://schemas.microsoft.com/office/drawing/2014/main" id="{D9C4CD0A-85E6-4476-8C1E-18E66A40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63" y="2724790"/>
            <a:ext cx="3776665" cy="13451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autenticación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873857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g2d624313899_0_51">
            <a:extLst xmlns:a="http://schemas.openxmlformats.org/drawingml/2006/main">
              <a:ext uri="{FF2B5EF4-FFF2-40B4-BE49-F238E27FC236}">
                <a16:creationId xmlns:a16="http://schemas.microsoft.com/office/drawing/2014/main" id="{EDC060F8-7598-4265-BF64-A825CD9083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21" name="Google Shape;221;g2d624313899_0_51">
            <a:extLst xmlns:a="http://schemas.openxmlformats.org/drawingml/2006/main">
              <a:ext uri="{FF2B5EF4-FFF2-40B4-BE49-F238E27FC236}">
                <a16:creationId xmlns:a16="http://schemas.microsoft.com/office/drawing/2014/main" id="{EF567CD1-0387-4258-8926-B0E03E6C9C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83000"/>
            <a:ext cx="8245500" cy="214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1.3 CREACIÓN DEL CLIENTE CONSOLA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Crea una aplicación Java con Maven en NetBeans. Configura el consumo de los endpoints SOAP y separa modelo, vista y controlador.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El cliente presenta primero el formulario de autenticación y, al validar las credenciales, muestra el menú de conversión.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22" name="Google Shape;222;g2d624313899_0_51">
            <a:extLst xmlns:a="http://schemas.openxmlformats.org/drawingml/2006/main">
              <a:ext uri="{FF2B5EF4-FFF2-40B4-BE49-F238E27FC236}">
                <a16:creationId xmlns:a16="http://schemas.microsoft.com/office/drawing/2014/main" id="{2A18CE88-CB79-46BE-AAA0-73D7735E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Configuración del cliente de consola">
            <a:extLst xmlns:a="http://schemas.openxmlformats.org/drawingml/2006/main">
              <a:ext uri="{FF2B5EF4-FFF2-40B4-BE49-F238E27FC236}">
                <a16:creationId xmlns:a16="http://schemas.microsoft.com/office/drawing/2014/main" id="{3A7959C0-C4A0-43B5-A418-6987B537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0234" y="3657435"/>
            <a:ext cx="4201160" cy="28454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del cliente de consola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Creación del proyecto Java Maven">
            <a:extLst xmlns:a="http://schemas.openxmlformats.org/drawingml/2006/main">
              <a:ext uri="{FF2B5EF4-FFF2-40B4-BE49-F238E27FC236}">
                <a16:creationId xmlns:a16="http://schemas.microsoft.com/office/drawing/2014/main" id="{6398EAC1-FA1A-438E-84B6-8806E14B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06" y="3674580"/>
            <a:ext cx="4144010" cy="28282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Creación del proyecto Java Maven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48261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8" name="Google Shape;238;g2d624313899_0_95">
            <a:extLst xmlns:a="http://schemas.openxmlformats.org/drawingml/2006/main">
              <a:ext uri="{FF2B5EF4-FFF2-40B4-BE49-F238E27FC236}">
                <a16:creationId xmlns:a16="http://schemas.microsoft.com/office/drawing/2014/main" id="{DF1A6735-793F-4F5D-961A-B0EDF4F211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39" name="Google Shape;239;g2d624313899_0_95">
            <a:extLst xmlns:a="http://schemas.openxmlformats.org/drawingml/2006/main">
              <a:ext uri="{FF2B5EF4-FFF2-40B4-BE49-F238E27FC236}">
                <a16:creationId xmlns:a16="http://schemas.microsoft.com/office/drawing/2014/main" id="{4B3B7E38-1F5E-4E26-8CC5-15AB792006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824" y="914626"/>
            <a:ext cx="4178100" cy="370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Modelo del Proyecto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ConversionRequest representa los datos de magnitud, valor y unidades que se envían al servicio.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40" name="Google Shape;240;g2d624313899_0_95">
            <a:extLst xmlns:a="http://schemas.openxmlformats.org/drawingml/2006/main">
              <a:ext uri="{FF2B5EF4-FFF2-40B4-BE49-F238E27FC236}">
                <a16:creationId xmlns:a16="http://schemas.microsoft.com/office/drawing/2014/main" id="{B6DB164E-A89C-4E4F-83AC-99D0E4D0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Google Shape;241;g2d624313899_0_95">
            <a:extLst xmlns:a="http://schemas.openxmlformats.org/drawingml/2006/main">
              <a:ext uri="{FF2B5EF4-FFF2-40B4-BE49-F238E27FC236}">
                <a16:creationId xmlns:a16="http://schemas.microsoft.com/office/drawing/2014/main" id="{3166E11F-300C-4B1A-97D3-66B219067A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759292" y="770066"/>
            <a:ext cx="4178100" cy="370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Controlador del Proyecto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El controlador valida la sesión, prepara las llamadas SOAP y presenta al usuario el resultado de cada conversión.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trolador y cliente de servicio">
            <a:extLst xmlns:a="http://schemas.openxmlformats.org/drawingml/2006/main">
              <a:ext uri="{FF2B5EF4-FFF2-40B4-BE49-F238E27FC236}">
                <a16:creationId xmlns:a16="http://schemas.microsoft.com/office/drawing/2014/main" id="{7DD048F7-291C-4466-917F-C53A7040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618" y="4064763"/>
            <a:ext cx="5172027" cy="17774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Controlador y cliente de servicio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Modelo de solicitud de conversión">
            <a:extLst xmlns:a="http://schemas.openxmlformats.org/drawingml/2006/main">
              <a:ext uri="{FF2B5EF4-FFF2-40B4-BE49-F238E27FC236}">
                <a16:creationId xmlns:a16="http://schemas.microsoft.com/office/drawing/2014/main" id="{BE1FDCDF-BB08-4024-ACC0-08D4758E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793" y="4064763"/>
            <a:ext cx="2955257" cy="185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Modelo de solicitud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65735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8" name="Google Shape;248;g2d624313899_0_111">
            <a:extLst xmlns:a="http://schemas.openxmlformats.org/drawingml/2006/main">
              <a:ext uri="{FF2B5EF4-FFF2-40B4-BE49-F238E27FC236}">
                <a16:creationId xmlns:a16="http://schemas.microsoft.com/office/drawing/2014/main" id="{8D9196F5-E933-49C1-96ED-FECB7C176F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49" name="Google Shape;249;g2d624313899_0_111">
            <a:extLst xmlns:a="http://schemas.openxmlformats.org/drawingml/2006/main">
              <a:ext uri="{FF2B5EF4-FFF2-40B4-BE49-F238E27FC236}">
                <a16:creationId xmlns:a16="http://schemas.microsoft.com/office/drawing/2014/main" id="{E9B631DC-5A42-4A11-9F86-AE13FE6F61A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78225" y="1986150"/>
            <a:ext cx="4178100" cy="370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 del Proyecto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50" name="Google Shape;250;g2d624313899_0_111">
            <a:extLst xmlns:a="http://schemas.openxmlformats.org/drawingml/2006/main">
              <a:ext uri="{FF2B5EF4-FFF2-40B4-BE49-F238E27FC236}">
                <a16:creationId xmlns:a16="http://schemas.microsoft.com/office/drawing/2014/main" id="{3BA6DD92-A1AC-4B57-BFC6-0DD97B39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Menú y vista del cliente de consola">
            <a:extLst xmlns:a="http://schemas.openxmlformats.org/drawingml/2006/main">
              <a:ext uri="{FF2B5EF4-FFF2-40B4-BE49-F238E27FC236}">
                <a16:creationId xmlns:a16="http://schemas.microsoft.com/office/drawing/2014/main" id="{86A93331-0F14-4AEA-961B-40B7F4D4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215" y="2617179"/>
            <a:ext cx="4878474" cy="2609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Menú y vista del cliente de consola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495681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6" name="Google Shape;256;g2d624313899_0_138">
            <a:extLst xmlns:a="http://schemas.openxmlformats.org/drawingml/2006/main">
              <a:ext uri="{FF2B5EF4-FFF2-40B4-BE49-F238E27FC236}">
                <a16:creationId xmlns:a16="http://schemas.microsoft.com/office/drawing/2014/main" id="{AF35AD09-2932-4EA7-8353-3C391FCE95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57" name="Google Shape;257;g2d624313899_0_138">
            <a:extLst xmlns:a="http://schemas.openxmlformats.org/drawingml/2006/main">
              <a:ext uri="{FF2B5EF4-FFF2-40B4-BE49-F238E27FC236}">
                <a16:creationId xmlns:a16="http://schemas.microsoft.com/office/drawing/2014/main" id="{3238A279-570A-406C-9274-9DB0380A60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660" y="1930400"/>
            <a:ext cx="24130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58" name="Google Shape;258;g2d624313899_0_138">
            <a:extLst xmlns:a="http://schemas.openxmlformats.org/drawingml/2006/main">
              <a:ext uri="{FF2B5EF4-FFF2-40B4-BE49-F238E27FC236}">
                <a16:creationId xmlns:a16="http://schemas.microsoft.com/office/drawing/2014/main" id="{EC549412-E0EB-4A67-A099-9F850C8B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Resultado de conversión">
            <a:extLst xmlns:a="http://schemas.openxmlformats.org/drawingml/2006/main">
              <a:ext uri="{FF2B5EF4-FFF2-40B4-BE49-F238E27FC236}">
                <a16:creationId xmlns:a16="http://schemas.microsoft.com/office/drawing/2014/main" id="{708B9276-A510-45E6-9B14-51584D30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877" y="3004463"/>
            <a:ext cx="2928406" cy="2643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Resultado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Selección de magnitud y unidades">
            <a:extLst xmlns:a="http://schemas.openxmlformats.org/drawingml/2006/main">
              <a:ext uri="{FF2B5EF4-FFF2-40B4-BE49-F238E27FC236}">
                <a16:creationId xmlns:a16="http://schemas.microsoft.com/office/drawing/2014/main" id="{AD0D4F79-D159-4DE7-A355-9CDF12FB1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647" y="3004463"/>
            <a:ext cx="2808301" cy="2643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Selección de magnitud y unidades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Autenticación correcta">
            <a:extLst xmlns:a="http://schemas.openxmlformats.org/drawingml/2006/main">
              <a:ext uri="{FF2B5EF4-FFF2-40B4-BE49-F238E27FC236}">
                <a16:creationId xmlns:a16="http://schemas.microsoft.com/office/drawing/2014/main" id="{7F99F7C5-D9BE-4E6B-AE75-5BFAABFD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7" y="3004463"/>
            <a:ext cx="2808061" cy="2643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Autenticación correcta</a:t>
            </a:r>
          </a:p>
        </p:txBody>
      </p:sp>
      <p:sp>
        <p:nvSpPr>
          <p:cNvPr id="5" name="CAPTURA PENDIENTE - Inicio del cliente">
            <a:extLst xmlns:a="http://schemas.openxmlformats.org/drawingml/2006/main">
              <a:ext uri="{FF2B5EF4-FFF2-40B4-BE49-F238E27FC236}">
                <a16:creationId xmlns:a16="http://schemas.microsoft.com/office/drawing/2014/main" id="{8E2476A0-8191-4A53-A3DE-FADF4D82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647" y="1933668"/>
            <a:ext cx="2868295" cy="803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Inicio del cliente</a:t>
            </a:r>
          </a:p>
        </p:txBody>
      </p:sp>
    </p:spTree>
    <p:extLst>
      <p:ext uri="{BB962C8B-B14F-4D97-AF65-F5344CB8AC3E}">
        <p14:creationId xmlns:p14="http://schemas.microsoft.com/office/powerpoint/2010/main" val="83683939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7" name="Google Shape;267;p27">
            <a:extLst xmlns:a="http://schemas.openxmlformats.org/drawingml/2006/main">
              <a:ext uri="{FF2B5EF4-FFF2-40B4-BE49-F238E27FC236}">
                <a16:creationId xmlns:a16="http://schemas.microsoft.com/office/drawing/2014/main" id="{B2CC43D5-800E-4C11-BB53-A819D0B879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68" name="Google Shape;268;p27">
            <a:extLst xmlns:a="http://schemas.openxmlformats.org/drawingml/2006/main">
              <a:ext uri="{FF2B5EF4-FFF2-40B4-BE49-F238E27FC236}">
                <a16:creationId xmlns:a16="http://schemas.microsoft.com/office/drawing/2014/main" id="{0C87A984-E50E-44A8-A6FD-CC6ED94A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9" name="Google Shape;269;p27">
            <a:extLst xmlns:a="http://schemas.openxmlformats.org/drawingml/2006/main">
              <a:ext uri="{FF2B5EF4-FFF2-40B4-BE49-F238E27FC236}">
                <a16:creationId xmlns:a16="http://schemas.microsoft.com/office/drawing/2014/main" id="{487F3B56-D631-4204-9E13-D90A77E265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02979"/>
            <a:ext cx="8589300" cy="117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b="1">
                <a:latin typeface="Cambria"/>
                <a:ea typeface="Cambria"/>
                <a:cs typeface="Cambria"/>
              </a:rPr>
              <a:t>1.4 CREACIÓN DEL PROYECTO – CLIENTE ESCRITORIO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b="1">
                <a:latin typeface="Cambria"/>
                <a:ea typeface="Cambria"/>
                <a:cs typeface="Cambria"/>
              </a:rPr>
              <a:t>Crea la aplicación Java de escritorio con Maven. La interfaz Swing consume los mismos endpoints SOAP y sigue el patrón Modelo-Vista-Controlador.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reación del proyecto de escritorio Java">
            <a:extLst xmlns:a="http://schemas.openxmlformats.org/drawingml/2006/main">
              <a:ext uri="{FF2B5EF4-FFF2-40B4-BE49-F238E27FC236}">
                <a16:creationId xmlns:a16="http://schemas.microsoft.com/office/drawing/2014/main" id="{D28BE577-97A7-4289-87EA-2CB12471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4819" y="3270983"/>
            <a:ext cx="4144010" cy="28282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Creación del proyecto de escritorio Java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012587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g31974b856cc_0_109">
            <a:extLst xmlns:a="http://schemas.openxmlformats.org/drawingml/2006/main">
              <a:ext uri="{FF2B5EF4-FFF2-40B4-BE49-F238E27FC236}">
                <a16:creationId xmlns:a16="http://schemas.microsoft.com/office/drawing/2014/main" id="{AF5ED2A8-E413-4857-89BD-1AC01837D7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01" name="Google Shape;301;g31974b856cc_0_109">
            <a:extLst xmlns:a="http://schemas.openxmlformats.org/drawingml/2006/main">
              <a:ext uri="{FF2B5EF4-FFF2-40B4-BE49-F238E27FC236}">
                <a16:creationId xmlns:a16="http://schemas.microsoft.com/office/drawing/2014/main" id="{C71318FD-3126-4E47-A655-2CB2D821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2" name="Google Shape;302;g31974b856cc_0_109">
            <a:extLst xmlns:a="http://schemas.openxmlformats.org/drawingml/2006/main">
              <a:ext uri="{FF2B5EF4-FFF2-40B4-BE49-F238E27FC236}">
                <a16:creationId xmlns:a16="http://schemas.microsoft.com/office/drawing/2014/main" id="{B2C75D59-83FE-4D0B-AAEA-B64D0E92C0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7158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>
                <a:latin typeface="Cambria"/>
                <a:ea typeface="Cambria"/>
                <a:cs typeface="Cambria"/>
              </a:rPr>
              <a:t>El cliente Swing organiza la interfaz, el estado de conversión y el consumo SOAP con el patrón MVC.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2" name="CuadroTexto 11">
            <a:extLst xmlns:a="http://schemas.openxmlformats.org/drawingml/2006/main"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109" y="3269217"/>
            <a:ext cx="1712150" cy="14773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Modelo: conserva los datos de sesión y de la conversión.</a:t>
            </a:r>
            <a:endParaRPr/>
          </a:p>
        </p:txBody>
      </p:sp>
      <p:sp>
        <p:nvSpPr>
          <p:cNvPr id="19" name="CuadroTexto 18">
            <a:extLst xmlns:a="http://schemas.openxmlformats.org/drawingml/2006/main"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4191" y="4553152"/>
            <a:ext cx="2633381" cy="9233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Controlador: valida entradas y coordina la llamada SOAP.</a:t>
            </a:r>
            <a:endParaRPr/>
          </a:p>
        </p:txBody>
      </p:sp>
      <p:sp>
        <p:nvSpPr>
          <p:cNvPr id="2" name="CAPTURA PENDIENTE - Clases del cliente de escritorio">
            <a:extLst xmlns:a="http://schemas.openxmlformats.org/drawingml/2006/main">
              <a:ext uri="{FF2B5EF4-FFF2-40B4-BE49-F238E27FC236}">
                <a16:creationId xmlns:a16="http://schemas.microsoft.com/office/drawing/2014/main" id="{FC04A46C-F8FC-4B32-89E4-37F1F612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4259" y="4377212"/>
            <a:ext cx="3666875" cy="2355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Clases del cliente de escritorio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Código de controlador">
            <a:extLst xmlns:a="http://schemas.openxmlformats.org/drawingml/2006/main">
              <a:ext uri="{FF2B5EF4-FFF2-40B4-BE49-F238E27FC236}">
                <a16:creationId xmlns:a16="http://schemas.microsoft.com/office/drawing/2014/main" id="{8D27FDBE-3262-425D-901F-736C75C6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023" y="3893361"/>
            <a:ext cx="274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Código de controlador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Código de modelo">
            <a:extLst xmlns:a="http://schemas.openxmlformats.org/drawingml/2006/main">
              <a:ext uri="{FF2B5EF4-FFF2-40B4-BE49-F238E27FC236}">
                <a16:creationId xmlns:a16="http://schemas.microsoft.com/office/drawing/2014/main" id="{D9BA546A-1E15-4A80-AA57-994B60F0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1811" y="3836431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Código de modelo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CAPTURA PENDIENTE - Estructura de paquetes MVC">
            <a:extLst xmlns:a="http://schemas.openxmlformats.org/drawingml/2006/main">
              <a:ext uri="{FF2B5EF4-FFF2-40B4-BE49-F238E27FC236}">
                <a16:creationId xmlns:a16="http://schemas.microsoft.com/office/drawing/2014/main" id="{B197BBDF-1B0B-4C10-9B0A-1F8D65F9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8311" y="2609850"/>
            <a:ext cx="30194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Estructura de paquetes MVC</a:t>
            </a:r>
          </a:p>
        </p:txBody>
      </p:sp>
    </p:spTree>
    <p:extLst>
      <p:ext uri="{BB962C8B-B14F-4D97-AF65-F5344CB8AC3E}">
        <p14:creationId xmlns:p14="http://schemas.microsoft.com/office/powerpoint/2010/main" val="43082075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8" name="Google Shape;308;g31974b856cc_0_128">
            <a:extLst xmlns:a="http://schemas.openxmlformats.org/drawingml/2006/main">
              <a:ext uri="{FF2B5EF4-FFF2-40B4-BE49-F238E27FC236}">
                <a16:creationId xmlns:a16="http://schemas.microsoft.com/office/drawing/2014/main" id="{7FC9A6E8-9814-4800-B5CB-4101490C0D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09" name="Google Shape;309;g31974b856cc_0_128">
            <a:extLst xmlns:a="http://schemas.openxmlformats.org/drawingml/2006/main">
              <a:ext uri="{FF2B5EF4-FFF2-40B4-BE49-F238E27FC236}">
                <a16:creationId xmlns:a16="http://schemas.microsoft.com/office/drawing/2014/main" id="{4B32234D-1381-4C85-B3C1-0DBA0316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0" name="Google Shape;310;g31974b856cc_0_128">
            <a:extLst xmlns:a="http://schemas.openxmlformats.org/drawingml/2006/main">
              <a:ext uri="{FF2B5EF4-FFF2-40B4-BE49-F238E27FC236}">
                <a16:creationId xmlns:a16="http://schemas.microsoft.com/office/drawing/2014/main" id="{589020D0-7983-4561-8146-D73CADAF86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7158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sz="1800">
                <a:latin typeface="Calibri"/>
                <a:ea typeface="Calibri"/>
                <a:cs typeface="Calibri"/>
              </a:rPr>
              <a:t>La vista Swing contiene las ventanas de autenticación y conversión. Los controles permiten seleccionar magnitud y unidades, ingresar el valor y consultar el resultado.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Interfaz Swing de autenticación y conversión">
            <a:extLst xmlns:a="http://schemas.openxmlformats.org/drawingml/2006/main">
              <a:ext uri="{FF2B5EF4-FFF2-40B4-BE49-F238E27FC236}">
                <a16:creationId xmlns:a16="http://schemas.microsoft.com/office/drawing/2014/main" id="{72D8D44A-0A8E-4206-9ECA-659FC89E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248" y="2831802"/>
            <a:ext cx="8424537" cy="33240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Interfaz Swing de autenticación y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2158867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6" name="Google Shape;316;g31974b856cc_0_137">
            <a:extLst xmlns:a="http://schemas.openxmlformats.org/drawingml/2006/main">
              <a:ext uri="{FF2B5EF4-FFF2-40B4-BE49-F238E27FC236}">
                <a16:creationId xmlns:a16="http://schemas.microsoft.com/office/drawing/2014/main" id="{2D0976EA-3A5C-4A05-8825-10F346A28D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17" name="Google Shape;317;g31974b856cc_0_137">
            <a:extLst xmlns:a="http://schemas.openxmlformats.org/drawingml/2006/main">
              <a:ext uri="{FF2B5EF4-FFF2-40B4-BE49-F238E27FC236}">
                <a16:creationId xmlns:a16="http://schemas.microsoft.com/office/drawing/2014/main" id="{F5901EDB-DE30-41E9-9F44-1AB73EA8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8" name="Google Shape;318;g31974b856cc_0_137">
            <a:extLst xmlns:a="http://schemas.openxmlformats.org/drawingml/2006/main">
              <a:ext uri="{FF2B5EF4-FFF2-40B4-BE49-F238E27FC236}">
                <a16:creationId xmlns:a16="http://schemas.microsoft.com/office/drawing/2014/main" id="{5778E0A1-3511-4CD8-AA64-87546473E0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326975" y="2523925"/>
            <a:ext cx="28083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Inicio de sesión del cliente de escritorio. Ingresa MONSTER / MONSTER9 para acceder al conversor.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antalla de inicio de sesión del escritorio">
            <a:extLst xmlns:a="http://schemas.openxmlformats.org/drawingml/2006/main">
              <a:ext uri="{FF2B5EF4-FFF2-40B4-BE49-F238E27FC236}">
                <a16:creationId xmlns:a16="http://schemas.microsoft.com/office/drawing/2014/main" id="{DDBE8347-1A58-405A-86AC-1D65FA07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92" y="2329030"/>
            <a:ext cx="5218973" cy="33366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de inicio de sesión del escritorio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363726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4" name="Google Shape;334;g2d6d00c5bd2_2_19">
            <a:extLst xmlns:a="http://schemas.openxmlformats.org/drawingml/2006/main">
              <a:ext uri="{FF2B5EF4-FFF2-40B4-BE49-F238E27FC236}">
                <a16:creationId xmlns:a16="http://schemas.microsoft.com/office/drawing/2014/main" id="{4B458ED6-7AD0-40B7-8E89-364EFDDEAD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35" name="Google Shape;335;g2d6d00c5bd2_2_19">
            <a:extLst xmlns:a="http://schemas.openxmlformats.org/drawingml/2006/main">
              <a:ext uri="{FF2B5EF4-FFF2-40B4-BE49-F238E27FC236}">
                <a16:creationId xmlns:a16="http://schemas.microsoft.com/office/drawing/2014/main" id="{F613DDCE-3360-4E76-BAD8-64337CF9E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6" name="Google Shape;336;g2d6d00c5bd2_2_19">
            <a:extLst xmlns:a="http://schemas.openxmlformats.org/drawingml/2006/main">
              <a:ext uri="{FF2B5EF4-FFF2-40B4-BE49-F238E27FC236}">
                <a16:creationId xmlns:a16="http://schemas.microsoft.com/office/drawing/2014/main" id="{B7256873-9F20-4959-ADCE-793EFF2798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791950" y="2411875"/>
            <a:ext cx="32289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Formulario de conversión. Selecciona la magnitud, las unidades de origen y destino, e ingresa el valor que se enviará al servicio SOAP.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Formulario de conversión del escritorio">
            <a:extLst xmlns:a="http://schemas.openxmlformats.org/drawingml/2006/main">
              <a:ext uri="{FF2B5EF4-FFF2-40B4-BE49-F238E27FC236}">
                <a16:creationId xmlns:a16="http://schemas.microsoft.com/office/drawing/2014/main" id="{E5A38DE0-325D-4447-9F55-51FC2D25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103" y="2513572"/>
            <a:ext cx="3898097" cy="31162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Formulario de conversión del escritorio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838033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2" name="Google Shape;342;p32">
            <a:extLst xmlns:a="http://schemas.openxmlformats.org/drawingml/2006/main">
              <a:ext uri="{FF2B5EF4-FFF2-40B4-BE49-F238E27FC236}">
                <a16:creationId xmlns:a16="http://schemas.microsoft.com/office/drawing/2014/main" id="{4A6A74E6-57B4-416F-A2A8-9B2296F550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43" name="Google Shape;343;p32">
            <a:extLst xmlns:a="http://schemas.openxmlformats.org/drawingml/2006/main">
              <a:ext uri="{FF2B5EF4-FFF2-40B4-BE49-F238E27FC236}">
                <a16:creationId xmlns:a16="http://schemas.microsoft.com/office/drawing/2014/main" id="{DB20048D-9A26-4AD0-BAE4-DD90DF27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4" name="Google Shape;344;p32">
            <a:extLst xmlns:a="http://schemas.openxmlformats.org/drawingml/2006/main">
              <a:ext uri="{FF2B5EF4-FFF2-40B4-BE49-F238E27FC236}">
                <a16:creationId xmlns:a16="http://schemas.microsoft.com/office/drawing/2014/main" id="{25BAC653-1468-44BF-9CD3-07974C9A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0" y="1868348"/>
            <a:ext cx="8576700" cy="182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1.5 CREACIÓN DEL PROYECTO – CLIENTE WEB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web se ejecuta con Jetty 11 embebido en el puerto 8081. Las vistas HTML/JSP presentan las pantallas; LoginServlet y ConversionServlet gestionan la sesión y las solicitudes SOAP.</a:t>
            </a:r>
            <a:endParaRPr sz="2000">
              <a:solidFill>
                <a:srgbClr val="3D3D3D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figuración de Jetty y Servlets">
            <a:extLst xmlns:a="http://schemas.openxmlformats.org/drawingml/2006/main">
              <a:ext uri="{FF2B5EF4-FFF2-40B4-BE49-F238E27FC236}">
                <a16:creationId xmlns:a16="http://schemas.microsoft.com/office/drawing/2014/main" id="{16593287-0CEF-49B8-974F-2F1AE8A0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999" y="3524211"/>
            <a:ext cx="4959666" cy="30379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 Jetty y Servlets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Estructura del cliente web">
            <a:extLst xmlns:a="http://schemas.openxmlformats.org/drawingml/2006/main">
              <a:ext uri="{FF2B5EF4-FFF2-40B4-BE49-F238E27FC236}">
                <a16:creationId xmlns:a16="http://schemas.microsoft.com/office/drawing/2014/main" id="{9547CBA9-C1D8-4B24-853B-4A2AF89B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356" y="3839056"/>
            <a:ext cx="2095500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Estructura del cliente web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366904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6" name="Google Shape;376;g319782968e5_0_88">
            <a:extLst xmlns:a="http://schemas.openxmlformats.org/drawingml/2006/main">
              <a:ext uri="{FF2B5EF4-FFF2-40B4-BE49-F238E27FC236}">
                <a16:creationId xmlns:a16="http://schemas.microsoft.com/office/drawing/2014/main" id="{72E28AC9-F2CB-483D-AA3A-244B5BC9E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77" name="Google Shape;377;g319782968e5_0_88">
            <a:extLst xmlns:a="http://schemas.openxmlformats.org/drawingml/2006/main">
              <a:ext uri="{FF2B5EF4-FFF2-40B4-BE49-F238E27FC236}">
                <a16:creationId xmlns:a16="http://schemas.microsoft.com/office/drawing/2014/main" id="{CAF54A61-C5DC-4735-B360-56577DA2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8" name="Google Shape;378;g319782968e5_0_88">
            <a:extLst xmlns:a="http://schemas.openxmlformats.org/drawingml/2006/main">
              <a:ext uri="{FF2B5EF4-FFF2-40B4-BE49-F238E27FC236}">
                <a16:creationId xmlns:a16="http://schemas.microsoft.com/office/drawing/2014/main" id="{A117B546-CAE6-4632-A1CC-FC6E2DE3E6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444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sz="1800">
                <a:latin typeface="Calibri"/>
                <a:ea typeface="Calibri"/>
                <a:cs typeface="Calibri"/>
              </a:rPr>
              <a:t>Las vistas conversor.html y conversor.jsp ofrecen el formulario de conversión. ConversionServlet comunica el cliente web con el servicio SOAP.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13" name="CuadroTexto 12">
            <a:extLst xmlns:a="http://schemas.openxmlformats.org/drawingml/2006/main"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417" y="4185628"/>
            <a:ext cx="2624418" cy="120032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libri"/>
                <a:ea typeface="Calibri"/>
                <a:cs typeface="Calibri"/>
              </a:rPr>
              <a:t>El formulario envía los datos al Servlet y presenta el resultado de la conversión.</a:t>
            </a:r>
            <a:endParaRPr/>
          </a:p>
        </p:txBody>
      </p:sp>
      <p:sp>
        <p:nvSpPr>
          <p:cNvPr id="2" name="CAPTURA PENDIENTE - Formulario y respuesta del cliente web">
            <a:extLst xmlns:a="http://schemas.openxmlformats.org/drawingml/2006/main">
              <a:ext uri="{FF2B5EF4-FFF2-40B4-BE49-F238E27FC236}">
                <a16:creationId xmlns:a16="http://schemas.microsoft.com/office/drawing/2014/main" id="{406C6AF6-33CF-47B3-8FB5-DCC2D1E1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9277" y="3132944"/>
            <a:ext cx="3959600" cy="3545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Formulario y respuesta del cliente web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antalla web de conversión">
            <a:extLst xmlns:a="http://schemas.openxmlformats.org/drawingml/2006/main">
              <a:ext uri="{FF2B5EF4-FFF2-40B4-BE49-F238E27FC236}">
                <a16:creationId xmlns:a16="http://schemas.microsoft.com/office/drawing/2014/main" id="{5F4C8FCF-4366-4C4F-9FAD-C323C0C2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168" y="3132944"/>
            <a:ext cx="1448002" cy="9050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web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061219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4" name="Google Shape;384;g319782968e5_0_73">
            <a:extLst xmlns:a="http://schemas.openxmlformats.org/drawingml/2006/main">
              <a:ext uri="{FF2B5EF4-FFF2-40B4-BE49-F238E27FC236}">
                <a16:creationId xmlns:a16="http://schemas.microsoft.com/office/drawing/2014/main" id="{564AA3DB-A128-467B-9C3D-AE99340EBA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85" name="Google Shape;385;g319782968e5_0_73">
            <a:extLst xmlns:a="http://schemas.openxmlformats.org/drawingml/2006/main">
              <a:ext uri="{FF2B5EF4-FFF2-40B4-BE49-F238E27FC236}">
                <a16:creationId xmlns:a16="http://schemas.microsoft.com/office/drawing/2014/main" id="{DFAC2C9A-6B01-4B7D-9610-AFD70F59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6" name="Google Shape;386;g319782968e5_0_73">
            <a:extLst xmlns:a="http://schemas.openxmlformats.org/drawingml/2006/main">
              <a:ext uri="{FF2B5EF4-FFF2-40B4-BE49-F238E27FC236}">
                <a16:creationId xmlns:a16="http://schemas.microsoft.com/office/drawing/2014/main" id="{84517125-B8AA-4DBF-B556-730AA2B796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7158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>
                <a:latin typeface="Cambria"/>
                <a:ea typeface="Cambria"/>
                <a:cs typeface="Cambria"/>
              </a:rPr>
              <a:t>index.html y index.jsp ofrecen el inicio de sesión. LoginServlet valida las credenciales y habilita el acceso al conversor cuando son correctas.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antalla web de inicio de sesión">
            <a:extLst xmlns:a="http://schemas.openxmlformats.org/drawingml/2006/main">
              <a:ext uri="{FF2B5EF4-FFF2-40B4-BE49-F238E27FC236}">
                <a16:creationId xmlns:a16="http://schemas.microsoft.com/office/drawing/2014/main" id="{D3F36737-3CBD-4B2C-B211-D67B93A6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070" y="2850777"/>
            <a:ext cx="4143559" cy="37087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web de inicio de sesión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744315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0" name="Google Shape;400;g319782968e5_0_112">
            <a:extLst xmlns:a="http://schemas.openxmlformats.org/drawingml/2006/main">
              <a:ext uri="{FF2B5EF4-FFF2-40B4-BE49-F238E27FC236}">
                <a16:creationId xmlns:a16="http://schemas.microsoft.com/office/drawing/2014/main" id="{6FD35014-7252-426F-AA1A-D17C4F9222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01" name="Google Shape;401;g319782968e5_0_112">
            <a:extLst xmlns:a="http://schemas.openxmlformats.org/drawingml/2006/main">
              <a:ext uri="{FF2B5EF4-FFF2-40B4-BE49-F238E27FC236}">
                <a16:creationId xmlns:a16="http://schemas.microsoft.com/office/drawing/2014/main" id="{E78F54C0-3213-4298-8F86-345AADB3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2" name="Google Shape;402;g319782968e5_0_112">
            <a:extLst xmlns:a="http://schemas.openxmlformats.org/drawingml/2006/main">
              <a:ext uri="{FF2B5EF4-FFF2-40B4-BE49-F238E27FC236}">
                <a16:creationId xmlns:a16="http://schemas.microsoft.com/office/drawing/2014/main" id="{3426AAC0-138A-4EF2-8A11-82B4E8ECD5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39100" y="1913200"/>
            <a:ext cx="8038500" cy="180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Inicia el servidor SOAP y después el cliente web. Abre http://localhost:8081/ClienteWeb/ en el navegador para acceder al formulario de autenticación y las funciones de conversión.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liente web ejecutándose en el navegador">
            <a:extLst xmlns:a="http://schemas.openxmlformats.org/drawingml/2006/main">
              <a:ext uri="{FF2B5EF4-FFF2-40B4-BE49-F238E27FC236}">
                <a16:creationId xmlns:a16="http://schemas.microsoft.com/office/drawing/2014/main" id="{20B3726C-F6B4-45C9-AC26-56D387AC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268" y="3257334"/>
            <a:ext cx="3200847" cy="30865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Cliente web ejecutándose en el navegador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0416821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0" name="Google Shape;410;g319782968e5_0_135">
            <a:extLst xmlns:a="http://schemas.openxmlformats.org/drawingml/2006/main">
              <a:ext uri="{FF2B5EF4-FFF2-40B4-BE49-F238E27FC236}">
                <a16:creationId xmlns:a16="http://schemas.microsoft.com/office/drawing/2014/main" id="{6993488D-21C5-4F53-A4DD-CD83EEB6D4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11" name="Google Shape;411;g319782968e5_0_135">
            <a:extLst xmlns:a="http://schemas.openxmlformats.org/drawingml/2006/main">
              <a:ext uri="{FF2B5EF4-FFF2-40B4-BE49-F238E27FC236}">
                <a16:creationId xmlns:a16="http://schemas.microsoft.com/office/drawing/2014/main" id="{E2EA65CC-6FB9-431A-B12D-213CF42F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2" name="Google Shape;412;g319782968e5_0_135">
            <a:extLst xmlns:a="http://schemas.openxmlformats.org/drawingml/2006/main">
              <a:ext uri="{FF2B5EF4-FFF2-40B4-BE49-F238E27FC236}">
                <a16:creationId xmlns:a16="http://schemas.microsoft.com/office/drawing/2014/main" id="{A43CE724-51D2-4DCB-9A37-C575E5F7A2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326975" y="2523925"/>
            <a:ext cx="28083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Acceso al cliente web. Ingresa MONSTER / MONSTER9; una sesión válida permite continuar a la pantalla de conversión.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Autenticación en el cliente web">
            <a:extLst xmlns:a="http://schemas.openxmlformats.org/drawingml/2006/main">
              <a:ext uri="{FF2B5EF4-FFF2-40B4-BE49-F238E27FC236}">
                <a16:creationId xmlns:a16="http://schemas.microsoft.com/office/drawing/2014/main" id="{EF175D66-5604-41C8-8DB4-58DDF5F7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339" y="2523935"/>
            <a:ext cx="5399437" cy="36954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413" name="">
            <a:extLst xmlns:a="http://schemas.openxmlformats.org/drawingml/2006/main">
              <a:ext uri="{FF2B5EF4-FFF2-40B4-BE49-F238E27FC236}">
                <a16:creationId xmlns:a16="http://schemas.microsoft.com/office/drawing/2014/main" id="{4BDC1638-3C05-445F-AC19-6B89E35F1E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751b16adba4fee"/>
          <a:stretch xmlns:a="http://schemas.openxmlformats.org/drawingml/2006/main"/>
        </p:blipFill>
        <p:spPr>
          <a:xfrm xmlns:a="http://schemas.openxmlformats.org/drawingml/2006/main">
            <a:off x="1374102" y="2590610"/>
            <a:ext cx="4257909" cy="356206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87766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8" name="Google Shape;418;g319782968e5_0_123">
            <a:extLst xmlns:a="http://schemas.openxmlformats.org/drawingml/2006/main">
              <a:ext uri="{FF2B5EF4-FFF2-40B4-BE49-F238E27FC236}">
                <a16:creationId xmlns:a16="http://schemas.microsoft.com/office/drawing/2014/main" id="{462465D7-3828-4B2C-83EF-789E0A71E2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19" name="Google Shape;419;g319782968e5_0_123">
            <a:extLst xmlns:a="http://schemas.openxmlformats.org/drawingml/2006/main">
              <a:ext uri="{FF2B5EF4-FFF2-40B4-BE49-F238E27FC236}">
                <a16:creationId xmlns:a16="http://schemas.microsoft.com/office/drawing/2014/main" id="{2E85ACE7-FA72-4C24-8353-C6375B4A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0" name="Google Shape;420;g319782968e5_0_123">
            <a:extLst xmlns:a="http://schemas.openxmlformats.org/drawingml/2006/main">
              <a:ext uri="{FF2B5EF4-FFF2-40B4-BE49-F238E27FC236}">
                <a16:creationId xmlns:a16="http://schemas.microsoft.com/office/drawing/2014/main" id="{19026023-BD3B-4F69-86B0-3EE94003DB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523925"/>
            <a:ext cx="28083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Selecciona longitud, masa o temperatura. Ingresa un valor y las unidades de origen y destino; el cliente solicita la operación al servicio y muestra el resultado con dos decimales.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versión realizada desde el cliente web">
            <a:extLst xmlns:a="http://schemas.openxmlformats.org/drawingml/2006/main">
              <a:ext uri="{FF2B5EF4-FFF2-40B4-BE49-F238E27FC236}">
                <a16:creationId xmlns:a16="http://schemas.microsoft.com/office/drawing/2014/main" id="{CF652FE7-A338-4840-BAF2-EB384354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937" y="2381060"/>
            <a:ext cx="5399437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421" name="">
            <a:extLst xmlns:a="http://schemas.openxmlformats.org/drawingml/2006/main">
              <a:ext uri="{FF2B5EF4-FFF2-40B4-BE49-F238E27FC236}">
                <a16:creationId xmlns:a16="http://schemas.microsoft.com/office/drawing/2014/main" id="{14AB9C3F-E018-4B5F-A1B9-24A0DA3A5F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d90f313ed748eb"/>
          <a:stretch xmlns:a="http://schemas.openxmlformats.org/drawingml/2006/main"/>
        </p:blipFill>
        <p:spPr>
          <a:xfrm xmlns:a="http://schemas.openxmlformats.org/drawingml/2006/main">
            <a:off x="4189216" y="2447735"/>
            <a:ext cx="4394879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96111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6" name="Google Shape;426;p37">
            <a:extLst xmlns:a="http://schemas.openxmlformats.org/drawingml/2006/main">
              <a:ext uri="{FF2B5EF4-FFF2-40B4-BE49-F238E27FC236}">
                <a16:creationId xmlns:a16="http://schemas.microsoft.com/office/drawing/2014/main" id="{EEF04AFE-D1AC-4A08-A83A-6459196838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27" name="Google Shape;427;p37">
            <a:extLst xmlns:a="http://schemas.openxmlformats.org/drawingml/2006/main">
              <a:ext uri="{FF2B5EF4-FFF2-40B4-BE49-F238E27FC236}">
                <a16:creationId xmlns:a16="http://schemas.microsoft.com/office/drawing/2014/main" id="{0B330E36-590A-4E04-AA20-117027DD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8" name="Google Shape;428;p37">
            <a:extLst xmlns:a="http://schemas.openxmlformats.org/drawingml/2006/main">
              <a:ext uri="{FF2B5EF4-FFF2-40B4-BE49-F238E27FC236}">
                <a16:creationId xmlns:a16="http://schemas.microsoft.com/office/drawing/2014/main" id="{BAA05637-3DC6-4852-B1A8-E982A99B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75" y="1921878"/>
            <a:ext cx="8576700" cy="73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429" name="Google Shape;429;p37">
            <a:extLst xmlns:a="http://schemas.openxmlformats.org/drawingml/2006/main">
              <a:ext uri="{FF2B5EF4-FFF2-40B4-BE49-F238E27FC236}">
                <a16:creationId xmlns:a16="http://schemas.microsoft.com/office/drawing/2014/main" id="{1F9496A0-36B6-45EA-B6E6-58E48749B5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253923"/>
            <a:ext cx="41781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Crea una aplicación Android con Java y una actividad vacía. Agrega ksoap2-android y configura el acceso al servicio SOAP en localhost:8080.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En emulador o dispositivo físico, usa una dirección de host accesible desde Android.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figuración del proyecto y dependencia cliente">
            <a:extLst xmlns:a="http://schemas.openxmlformats.org/drawingml/2006/main">
              <a:ext uri="{FF2B5EF4-FFF2-40B4-BE49-F238E27FC236}">
                <a16:creationId xmlns:a16="http://schemas.microsoft.com/office/drawing/2014/main" id="{7FA02659-968B-436E-8575-1E22FA0E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75" y="5528800"/>
            <a:ext cx="4335775" cy="59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del proyecto y dependencia cliente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Creación de actividad Android">
            <a:extLst xmlns:a="http://schemas.openxmlformats.org/drawingml/2006/main">
              <a:ext uri="{FF2B5EF4-FFF2-40B4-BE49-F238E27FC236}">
                <a16:creationId xmlns:a16="http://schemas.microsoft.com/office/drawing/2014/main" id="{41284340-73FC-4346-8B2A-67FE8EF1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937" y="4209124"/>
            <a:ext cx="3622500" cy="191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Creación de actividad Android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Captura del módulo descrito en esta diapositiva">
            <a:extLst xmlns:a="http://schemas.openxmlformats.org/drawingml/2006/main">
              <a:ext uri="{FF2B5EF4-FFF2-40B4-BE49-F238E27FC236}">
                <a16:creationId xmlns:a16="http://schemas.microsoft.com/office/drawing/2014/main" id="{4C801D5B-CB78-4EE0-B2EB-3BF11E28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749" y="2402189"/>
            <a:ext cx="1606875" cy="169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del módulo descrito en esta diapositiva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560349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7" name="Google Shape;437;g2d624313899_0_157">
            <a:extLst xmlns:a="http://schemas.openxmlformats.org/drawingml/2006/main">
              <a:ext uri="{FF2B5EF4-FFF2-40B4-BE49-F238E27FC236}">
                <a16:creationId xmlns:a16="http://schemas.microsoft.com/office/drawing/2014/main" id="{F5ECD520-3D21-404F-8007-3E2CCA45EC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38" name="Google Shape;438;g2d624313899_0_157">
            <a:extLst xmlns:a="http://schemas.openxmlformats.org/drawingml/2006/main">
              <a:ext uri="{FF2B5EF4-FFF2-40B4-BE49-F238E27FC236}">
                <a16:creationId xmlns:a16="http://schemas.microsoft.com/office/drawing/2014/main" id="{6F6903FF-C04B-44FB-985B-CB8C5837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9" name="Google Shape;439;g2d624313899_0_157">
            <a:extLst xmlns:a="http://schemas.openxmlformats.org/drawingml/2006/main">
              <a:ext uri="{FF2B5EF4-FFF2-40B4-BE49-F238E27FC236}">
                <a16:creationId xmlns:a16="http://schemas.microsoft.com/office/drawing/2014/main" id="{F5D7FEC4-2C82-4D8A-A780-FD4B69F1C2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253925"/>
            <a:ext cx="3644100" cy="348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Estructura del Proyecto (MVC)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La aplicación separa actividades de interfaz, controladores, modelos y cliente SOAP. El patrón MVC organiza el inicio de sesión y el flujo de conversión.</a:t>
            </a:r>
            <a:endParaRPr sz="1564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aquetes y estructura MVC de Android">
            <a:extLst xmlns:a="http://schemas.openxmlformats.org/drawingml/2006/main">
              <a:ext uri="{FF2B5EF4-FFF2-40B4-BE49-F238E27FC236}">
                <a16:creationId xmlns:a16="http://schemas.microsoft.com/office/drawing/2014/main" id="{36702E61-9B71-4603-BAD8-1C10AD27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1537" y="2559253"/>
            <a:ext cx="3225165" cy="3159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Paquetes y estructura MVC de Android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395859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5" name="Google Shape;445;g2d624313899_0_172">
            <a:extLst xmlns:a="http://schemas.openxmlformats.org/drawingml/2006/main">
              <a:ext uri="{FF2B5EF4-FFF2-40B4-BE49-F238E27FC236}">
                <a16:creationId xmlns:a16="http://schemas.microsoft.com/office/drawing/2014/main" id="{F85678A6-4D24-4CE4-B32A-40ED3205BA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46" name="Google Shape;446;g2d624313899_0_172">
            <a:extLst xmlns:a="http://schemas.openxmlformats.org/drawingml/2006/main">
              <a:ext uri="{FF2B5EF4-FFF2-40B4-BE49-F238E27FC236}">
                <a16:creationId xmlns:a16="http://schemas.microsoft.com/office/drawing/2014/main" id="{FB8B1D4A-14C8-4AF6-AD84-8EDDD8CF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7" name="Google Shape;447;g2d624313899_0_172">
            <a:extLst xmlns:a="http://schemas.openxmlformats.org/drawingml/2006/main">
              <a:ext uri="{FF2B5EF4-FFF2-40B4-BE49-F238E27FC236}">
                <a16:creationId xmlns:a16="http://schemas.microsoft.com/office/drawing/2014/main" id="{AC72A9B5-96F9-41F2-B724-2F42EA1C7C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91075" y="1294250"/>
            <a:ext cx="38886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Modelo: SoapClient.java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Usa ksoap2-android para construir solicitudes SOAP y procesar respuestas del servicio.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448" name="Google Shape;448;g2d624313899_0_172">
            <a:extLst xmlns:a="http://schemas.openxmlformats.org/drawingml/2006/main">
              <a:ext uri="{FF2B5EF4-FFF2-40B4-BE49-F238E27FC236}">
                <a16:creationId xmlns:a16="http://schemas.microsoft.com/office/drawing/2014/main" id="{A09311C1-6285-46FA-A77D-AB4C897427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698075" y="1376600"/>
            <a:ext cx="38886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Controlador: ConversionController.java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Coordina la selección de unidades, valida los datos y solicita la conversión al endpoint SOAP.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trolador de conversión móvil">
            <a:extLst xmlns:a="http://schemas.openxmlformats.org/drawingml/2006/main">
              <a:ext uri="{FF2B5EF4-FFF2-40B4-BE49-F238E27FC236}">
                <a16:creationId xmlns:a16="http://schemas.microsoft.com/office/drawing/2014/main" id="{760DE4C0-82E6-4314-AB2E-742463D8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0331" y="3429000"/>
            <a:ext cx="3802710" cy="28483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Controlador de conversión móvil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Cliente SOAP/REST del móvil">
            <a:extLst xmlns:a="http://schemas.openxmlformats.org/drawingml/2006/main">
              <a:ext uri="{FF2B5EF4-FFF2-40B4-BE49-F238E27FC236}">
                <a16:creationId xmlns:a16="http://schemas.microsoft.com/office/drawing/2014/main" id="{BD4B1769-EB83-4114-B094-A3F8F5C5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75" y="3711388"/>
            <a:ext cx="3478914" cy="22597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Cliente SOAP/REST del móvil</a:t>
            </a:r>
          </a:p>
        </p:txBody>
      </p:sp>
    </p:spTree>
    <p:extLst>
      <p:ext uri="{BB962C8B-B14F-4D97-AF65-F5344CB8AC3E}">
        <p14:creationId xmlns:p14="http://schemas.microsoft.com/office/powerpoint/2010/main" val="84896759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5" name="Google Shape;455;g2d624313899_0_193">
            <a:extLst xmlns:a="http://schemas.openxmlformats.org/drawingml/2006/main">
              <a:ext uri="{FF2B5EF4-FFF2-40B4-BE49-F238E27FC236}">
                <a16:creationId xmlns:a16="http://schemas.microsoft.com/office/drawing/2014/main" id="{D312CE1A-1C90-4AEF-B6A9-75748D554D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56" name="Google Shape;456;g2d624313899_0_193">
            <a:extLst xmlns:a="http://schemas.openxmlformats.org/drawingml/2006/main">
              <a:ext uri="{FF2B5EF4-FFF2-40B4-BE49-F238E27FC236}">
                <a16:creationId xmlns:a16="http://schemas.microsoft.com/office/drawing/2014/main" id="{27C4330C-A75C-4469-8721-AB78D6B1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7" name="Google Shape;457;g2d624313899_0_193">
            <a:extLst xmlns:a="http://schemas.openxmlformats.org/drawingml/2006/main">
              <a:ext uri="{FF2B5EF4-FFF2-40B4-BE49-F238E27FC236}">
                <a16:creationId xmlns:a16="http://schemas.microsoft.com/office/drawing/2014/main" id="{0075EBB9-EE13-4C31-94FC-3845090D4A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91075" y="1294250"/>
            <a:ext cx="38886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Vista: LoginActivity.java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458" name="Google Shape;458;g2d624313899_0_193">
            <a:extLst xmlns:a="http://schemas.openxmlformats.org/drawingml/2006/main">
              <a:ext uri="{FF2B5EF4-FFF2-40B4-BE49-F238E27FC236}">
                <a16:creationId xmlns:a16="http://schemas.microsoft.com/office/drawing/2014/main" id="{C4F3572D-E296-40E9-8520-04F7B55531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698075" y="1376600"/>
            <a:ext cx="38886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Vista: ConversionActivity.java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Permite elegir magnitud y unidades, ingresar el valor y consultar el resultado del servicio.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antalla móvil de conversión">
            <a:extLst xmlns:a="http://schemas.openxmlformats.org/drawingml/2006/main">
              <a:ext uri="{FF2B5EF4-FFF2-40B4-BE49-F238E27FC236}">
                <a16:creationId xmlns:a16="http://schemas.microsoft.com/office/drawing/2014/main" id="{285724F7-4293-4679-9704-747298B3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6586" y="3395466"/>
            <a:ext cx="3346888" cy="31212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móvil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antalla móvil de inicio de sesión">
            <a:extLst xmlns:a="http://schemas.openxmlformats.org/drawingml/2006/main">
              <a:ext uri="{FF2B5EF4-FFF2-40B4-BE49-F238E27FC236}">
                <a16:creationId xmlns:a16="http://schemas.microsoft.com/office/drawing/2014/main" id="{04AF29B5-117D-4812-83CA-A17B8CAD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071" y="3523400"/>
            <a:ext cx="3704493" cy="22902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móvil de inicio de sesión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50404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3" name="Google Shape;493;g2d6d00c5bd2_3_16">
            <a:extLst xmlns:a="http://schemas.openxmlformats.org/drawingml/2006/main">
              <a:ext uri="{FF2B5EF4-FFF2-40B4-BE49-F238E27FC236}">
                <a16:creationId xmlns:a16="http://schemas.microsoft.com/office/drawing/2014/main" id="{0AC4C151-F15A-4592-8A6E-FBCF5B0704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94" name="Google Shape;494;g2d6d00c5bd2_3_16">
            <a:extLst xmlns:a="http://schemas.openxmlformats.org/drawingml/2006/main">
              <a:ext uri="{FF2B5EF4-FFF2-40B4-BE49-F238E27FC236}">
                <a16:creationId xmlns:a16="http://schemas.microsoft.com/office/drawing/2014/main" id="{68EC190D-9882-4255-A77C-7AB9B6EA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5" name="Google Shape;495;g2d6d00c5bd2_3_16">
            <a:extLst xmlns:a="http://schemas.openxmlformats.org/drawingml/2006/main">
              <a:ext uri="{FF2B5EF4-FFF2-40B4-BE49-F238E27FC236}">
                <a16:creationId xmlns:a16="http://schemas.microsoft.com/office/drawing/2014/main" id="{D5AF35AF-B410-45E1-B015-405ACE25B5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84125"/>
            <a:ext cx="8589300" cy="11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457200" lvl="0" indent="-31798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Ejecuta primero el servidor SOAP. Luego inicia la aplicación en un emulador o dispositivo Android y verifica el acceso a la dirección del host y al puerto 8080.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Ejecución en dispositivo físico">
            <a:extLst xmlns:a="http://schemas.openxmlformats.org/drawingml/2006/main">
              <a:ext uri="{FF2B5EF4-FFF2-40B4-BE49-F238E27FC236}">
                <a16:creationId xmlns:a16="http://schemas.microsoft.com/office/drawing/2014/main" id="{EFF9EA56-8E4A-4C81-B84A-E7CEC6A7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360" y="3132224"/>
            <a:ext cx="1577205" cy="346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Ejecución en dispositivo físico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Ejecución en emulador">
            <a:extLst xmlns:a="http://schemas.openxmlformats.org/drawingml/2006/main">
              <a:ext uri="{FF2B5EF4-FFF2-40B4-BE49-F238E27FC236}">
                <a16:creationId xmlns:a16="http://schemas.microsoft.com/office/drawing/2014/main" id="{6C8C1FDA-779D-4992-A82B-C2E2CFB9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7289" y="3132225"/>
            <a:ext cx="1720640" cy="346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Ejecución en emulador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684953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2" name="Google Shape;502;p41">
            <a:extLst xmlns:a="http://schemas.openxmlformats.org/drawingml/2006/main">
              <a:ext uri="{FF2B5EF4-FFF2-40B4-BE49-F238E27FC236}">
                <a16:creationId xmlns:a16="http://schemas.microsoft.com/office/drawing/2014/main" id="{EF264C56-A353-4F29-BB9C-7EF29B3457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CONCLUSIONES</a:t>
            </a:r>
            <a:endParaRPr/>
          </a:p>
        </p:txBody>
      </p:sp>
      <p:sp>
        <p:nvSpPr>
          <p:cNvPr id="503" name="Google Shape;503;p41">
            <a:extLst xmlns:a="http://schemas.openxmlformats.org/drawingml/2006/main">
              <a:ext uri="{FF2B5EF4-FFF2-40B4-BE49-F238E27FC236}">
                <a16:creationId xmlns:a16="http://schemas.microsoft.com/office/drawing/2014/main" id="{66347917-7473-4613-B2EE-9338785255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300" cy="367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El sistema mantiene una lógica de conversión común para las aplicaciones de consola, escritorio, web y móvil. SOAP publica operaciones interoperables que los clientes Java consumen mediante sus herramientas correspondientes.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/>
          </a:p>
        </p:txBody>
      </p:sp>
      <p:sp>
        <p:nvSpPr>
          <p:cNvPr id="504" name="Google Shape;504;p41">
            <a:extLst xmlns:a="http://schemas.openxmlformats.org/drawingml/2006/main">
              <a:ext uri="{FF2B5EF4-FFF2-40B4-BE49-F238E27FC236}">
                <a16:creationId xmlns:a16="http://schemas.microsoft.com/office/drawing/2014/main" id="{A3EF38EE-CD28-4AA3-BD24-4B268E14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99219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9" name="Google Shape;509;p42">
            <a:extLst xmlns:a="http://schemas.openxmlformats.org/drawingml/2006/main">
              <a:ext uri="{FF2B5EF4-FFF2-40B4-BE49-F238E27FC236}">
                <a16:creationId xmlns:a16="http://schemas.microsoft.com/office/drawing/2014/main" id="{D3C17B09-D376-465C-93A6-DC320E1851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RECOMENDACIONES</a:t>
            </a:r>
            <a:endParaRPr/>
          </a:p>
        </p:txBody>
      </p:sp>
      <p:sp>
        <p:nvSpPr>
          <p:cNvPr id="510" name="Google Shape;510;p42">
            <a:extLst xmlns:a="http://schemas.openxmlformats.org/drawingml/2006/main">
              <a:ext uri="{FF2B5EF4-FFF2-40B4-BE49-F238E27FC236}">
                <a16:creationId xmlns:a16="http://schemas.microsoft.com/office/drawing/2014/main" id="{86B04717-A15B-4187-911D-EB678CFFEB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025325"/>
            <a:ext cx="8500800" cy="42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Mantén el servidor activo antes de iniciar los clientes y prueba cada operación con valores conocidos.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Conserva sincronizados los endpoints SOAP, los modelos de solicitud y las respuestas de los cuatro clientes.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Al tomar capturas para el manual, incluye el inicio de sesión, una conversión por magnitud y la ejecución del servidor. Registra el valor enviado, las unidades y el resultado visible.</a:t>
            </a:r>
            <a:endParaRPr sz="1900"/>
          </a:p>
        </p:txBody>
      </p:sp>
      <p:sp>
        <p:nvSpPr>
          <p:cNvPr id="511" name="Google Shape;511;p42">
            <a:extLst xmlns:a="http://schemas.openxmlformats.org/drawingml/2006/main">
              <a:ext uri="{FF2B5EF4-FFF2-40B4-BE49-F238E27FC236}">
                <a16:creationId xmlns:a16="http://schemas.microsoft.com/office/drawing/2014/main" id="{DFDB6348-32C8-4FFB-82C0-ACC0D78E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8666470"/>
      </p:ext>
    </p:extLst>
  </p:cSld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2026-10-28T07:36:41.4160000Z</dcterms:created>
  <dcterms:modified xsi:type="dcterms:W3CDTF">2026-10-28T07:36:41.4160000Z</dcterms:modified>
</coreProperties>
</file>