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a31af875be4869" /><Relationship Type="http://schemas.openxmlformats.org/officeDocument/2006/relationships/extended-properties" Target="/docProps/app.xml" Id="Rcf9c5c56e7164c80" /><Relationship Type="http://schemas.openxmlformats.org/officeDocument/2006/relationships/officeDocument" Target="/ppt/presentation.xml" Id="R02b166c1b2bf499d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26da11b4da004cba"/>
  </p:sldMasterIdLst>
  <p:notesMasterIdLst>
    <p:notesMasterId xmlns:r="http://schemas.openxmlformats.org/officeDocument/2006/relationships" r:id="R873b4ab0118a485f"/>
  </p:notesMasterIdLst>
  <p:sldIdLst>
    <p:sldId xmlns:r="http://schemas.openxmlformats.org/officeDocument/2006/relationships" id="256" r:id="R549bb5703eb14d19"/>
    <p:sldId xmlns:r="http://schemas.openxmlformats.org/officeDocument/2006/relationships" id="257" r:id="Red92f4667a2d422d"/>
    <p:sldId xmlns:r="http://schemas.openxmlformats.org/officeDocument/2006/relationships" id="258" r:id="R4ee0270d3373458f"/>
    <p:sldId xmlns:r="http://schemas.openxmlformats.org/officeDocument/2006/relationships" id="259" r:id="R058b9a370c544cbd"/>
    <p:sldId xmlns:r="http://schemas.openxmlformats.org/officeDocument/2006/relationships" id="260" r:id="Ra21f4973b51a4a45"/>
    <p:sldId xmlns:r="http://schemas.openxmlformats.org/officeDocument/2006/relationships" id="261" r:id="R558a7a0df1724dac"/>
    <p:sldId xmlns:r="http://schemas.openxmlformats.org/officeDocument/2006/relationships" id="262" r:id="Rad410bb928524d3b"/>
    <p:sldId xmlns:r="http://schemas.openxmlformats.org/officeDocument/2006/relationships" id="263" r:id="R6fb918d788aa4085"/>
    <p:sldId xmlns:r="http://schemas.openxmlformats.org/officeDocument/2006/relationships" id="264" r:id="R50e9ed491b4a486a"/>
    <p:sldId xmlns:r="http://schemas.openxmlformats.org/officeDocument/2006/relationships" id="265" r:id="R53661b5369e543f4"/>
    <p:sldId xmlns:r="http://schemas.openxmlformats.org/officeDocument/2006/relationships" id="266" r:id="R00c9cb490f8c426c"/>
    <p:sldId xmlns:r="http://schemas.openxmlformats.org/officeDocument/2006/relationships" id="267" r:id="Ra89cca1b6ba04a32"/>
    <p:sldId xmlns:r="http://schemas.openxmlformats.org/officeDocument/2006/relationships" id="268" r:id="R57ce86357e5741a1"/>
    <p:sldId xmlns:r="http://schemas.openxmlformats.org/officeDocument/2006/relationships" id="269" r:id="Redc758d0f5f2422e"/>
    <p:sldId xmlns:r="http://schemas.openxmlformats.org/officeDocument/2006/relationships" id="270" r:id="R456df3ee85ef44ad"/>
    <p:sldId xmlns:r="http://schemas.openxmlformats.org/officeDocument/2006/relationships" id="271" r:id="R61cbd97b764b4f23"/>
    <p:sldId xmlns:r="http://schemas.openxmlformats.org/officeDocument/2006/relationships" id="272" r:id="R402a7cafa1e44930"/>
    <p:sldId xmlns:r="http://schemas.openxmlformats.org/officeDocument/2006/relationships" id="273" r:id="R678543abadaa4e9f"/>
    <p:sldId xmlns:r="http://schemas.openxmlformats.org/officeDocument/2006/relationships" id="274" r:id="Rd4a164286c644083"/>
    <p:sldId xmlns:r="http://schemas.openxmlformats.org/officeDocument/2006/relationships" id="275" r:id="R8b6c097bb924455c"/>
    <p:sldId xmlns:r="http://schemas.openxmlformats.org/officeDocument/2006/relationships" id="276" r:id="R54c358587c414c23"/>
    <p:sldId xmlns:r="http://schemas.openxmlformats.org/officeDocument/2006/relationships" id="277" r:id="R5a7569780a504767"/>
    <p:sldId xmlns:r="http://schemas.openxmlformats.org/officeDocument/2006/relationships" id="278" r:id="R7474288524ef4665"/>
    <p:sldId xmlns:r="http://schemas.openxmlformats.org/officeDocument/2006/relationships" id="279" r:id="R3d8e927f6fcf49c6"/>
    <p:sldId xmlns:r="http://schemas.openxmlformats.org/officeDocument/2006/relationships" id="280" r:id="Reda468a73caf4813"/>
    <p:sldId xmlns:r="http://schemas.openxmlformats.org/officeDocument/2006/relationships" id="281" r:id="R1341c91a722845c9"/>
    <p:sldId xmlns:r="http://schemas.openxmlformats.org/officeDocument/2006/relationships" id="282" r:id="R11d074ee9f514368"/>
    <p:sldId xmlns:r="http://schemas.openxmlformats.org/officeDocument/2006/relationships" id="283" r:id="R8f726f3de68e4297"/>
    <p:sldId xmlns:r="http://schemas.openxmlformats.org/officeDocument/2006/relationships" id="284" r:id="R8cde2385df6f4f39"/>
    <p:sldId xmlns:r="http://schemas.openxmlformats.org/officeDocument/2006/relationships" id="285" r:id="Rb1e250bc4a2b4d50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285948300b9c47bb"/>
      <p:bold xmlns:r="http://schemas.openxmlformats.org/officeDocument/2006/relationships" r:id="Rb0c169e44b5b49d9"/>
      <p:italic xmlns:r="http://schemas.openxmlformats.org/officeDocument/2006/relationships" r:id="Rf74def7c9a344060"/>
      <p:boldItalic xmlns:r="http://schemas.openxmlformats.org/officeDocument/2006/relationships" r:id="R39a5591668f648f0"/>
    </p:embeddedFont>
    <p:embeddedFont>
      <p:font typeface="Cambria"/>
      <p:regular xmlns:r="http://schemas.openxmlformats.org/officeDocument/2006/relationships" r:id="R494c7253bed64b82"/>
      <p:bold xmlns:r="http://schemas.openxmlformats.org/officeDocument/2006/relationships" r:id="Rb891ec1cf69d4356"/>
      <p:italic xmlns:r="http://schemas.openxmlformats.org/officeDocument/2006/relationships" r:id="R40908eecdf82458c"/>
      <p:boldItalic xmlns:r="http://schemas.openxmlformats.org/officeDocument/2006/relationships" r:id="R628df45bb2d64481"/>
    </p:embeddedFont>
    <p:embeddedFont>
      <p:font typeface="Gill Sans"/>
      <p:regular xmlns:r="http://schemas.openxmlformats.org/officeDocument/2006/relationships" r:id="R761cb82830344794"/>
      <p:bold xmlns:r="http://schemas.openxmlformats.org/officeDocument/2006/relationships" r:id="R525f550e842946ea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33b9997cd5436c" /><Relationship Type="http://schemas.openxmlformats.org/officeDocument/2006/relationships/slideMaster" Target="/ppt/slideMasters/slideMaster1.xml" Id="R26da11b4da004cba" /><Relationship Type="http://schemas.openxmlformats.org/officeDocument/2006/relationships/notesMaster" Target="/ppt/notesMasters/notesMaster1.xml" Id="R873b4ab0118a485f" /><Relationship Type="http://schemas.openxmlformats.org/officeDocument/2006/relationships/presProps" Target="/ppt/presProps.xml" Id="Rb4455fc0af044feb" /><Relationship Type="http://schemas.openxmlformats.org/officeDocument/2006/relationships/viewProps" Target="/ppt/viewProps.xml" Id="Re6513a5010974e52" /><Relationship Type="http://schemas.openxmlformats.org/officeDocument/2006/relationships/tableStyles" Target="/ppt/tableStyles.xml" Id="R9e1e1fdf543f4f71" /><Relationship Type="http://schemas.openxmlformats.org/officeDocument/2006/relationships/font" Target="/ppt/fonts/font.dat" Id="R285948300b9c47bb" /><Relationship Type="http://schemas.openxmlformats.org/officeDocument/2006/relationships/font" Target="/ppt/fonts/font2.dat" Id="Rb0c169e44b5b49d9" /><Relationship Type="http://schemas.openxmlformats.org/officeDocument/2006/relationships/font" Target="/ppt/fonts/font3.dat" Id="Rf74def7c9a344060" /><Relationship Type="http://schemas.openxmlformats.org/officeDocument/2006/relationships/font" Target="/ppt/fonts/font4.dat" Id="R39a5591668f648f0" /><Relationship Type="http://schemas.openxmlformats.org/officeDocument/2006/relationships/font" Target="/ppt/fonts/font5.dat" Id="R494c7253bed64b82" /><Relationship Type="http://schemas.openxmlformats.org/officeDocument/2006/relationships/font" Target="/ppt/fonts/font6.dat" Id="Rb891ec1cf69d4356" /><Relationship Type="http://schemas.openxmlformats.org/officeDocument/2006/relationships/font" Target="/ppt/fonts/font7.dat" Id="R40908eecdf82458c" /><Relationship Type="http://schemas.openxmlformats.org/officeDocument/2006/relationships/font" Target="/ppt/fonts/font8.dat" Id="R628df45bb2d64481" /><Relationship Type="http://schemas.openxmlformats.org/officeDocument/2006/relationships/font" Target="/ppt/fonts/font9.dat" Id="R761cb82830344794" /><Relationship Type="http://schemas.openxmlformats.org/officeDocument/2006/relationships/font" Target="/ppt/fonts/font10.dat" Id="R525f550e842946ea" /><Relationship Type="http://schemas.openxmlformats.org/officeDocument/2006/relationships/slide" Target="/ppt/slides/slide1.xml" Id="R549bb5703eb14d19" /><Relationship Type="http://schemas.openxmlformats.org/officeDocument/2006/relationships/slide" Target="/ppt/slides/slide2.xml" Id="Red92f4667a2d422d" /><Relationship Type="http://schemas.openxmlformats.org/officeDocument/2006/relationships/slide" Target="/ppt/slides/slide3.xml" Id="R4ee0270d3373458f" /><Relationship Type="http://schemas.openxmlformats.org/officeDocument/2006/relationships/slide" Target="/ppt/slides/slide4.xml" Id="R058b9a370c544cbd" /><Relationship Type="http://schemas.openxmlformats.org/officeDocument/2006/relationships/slide" Target="/ppt/slides/slide5.xml" Id="Ra21f4973b51a4a45" /><Relationship Type="http://schemas.openxmlformats.org/officeDocument/2006/relationships/slide" Target="/ppt/slides/slide6.xml" Id="R558a7a0df1724dac" /><Relationship Type="http://schemas.openxmlformats.org/officeDocument/2006/relationships/slide" Target="/ppt/slides/slide7.xml" Id="Rad410bb928524d3b" /><Relationship Type="http://schemas.openxmlformats.org/officeDocument/2006/relationships/slide" Target="/ppt/slides/slide8.xml" Id="R6fb918d788aa4085" /><Relationship Type="http://schemas.openxmlformats.org/officeDocument/2006/relationships/slide" Target="/ppt/slides/slide9.xml" Id="R50e9ed491b4a486a" /><Relationship Type="http://schemas.openxmlformats.org/officeDocument/2006/relationships/slide" Target="/ppt/slides/slide10.xml" Id="R53661b5369e543f4" /><Relationship Type="http://schemas.openxmlformats.org/officeDocument/2006/relationships/slide" Target="/ppt/slides/slide11.xml" Id="R00c9cb490f8c426c" /><Relationship Type="http://schemas.openxmlformats.org/officeDocument/2006/relationships/slide" Target="/ppt/slides/slide12.xml" Id="Ra89cca1b6ba04a32" /><Relationship Type="http://schemas.openxmlformats.org/officeDocument/2006/relationships/slide" Target="/ppt/slides/slide13.xml" Id="R57ce86357e5741a1" /><Relationship Type="http://schemas.openxmlformats.org/officeDocument/2006/relationships/slide" Target="/ppt/slides/slide14.xml" Id="Redc758d0f5f2422e" /><Relationship Type="http://schemas.openxmlformats.org/officeDocument/2006/relationships/slide" Target="/ppt/slides/slide15.xml" Id="R456df3ee85ef44ad" /><Relationship Type="http://schemas.openxmlformats.org/officeDocument/2006/relationships/slide" Target="/ppt/slides/slide16.xml" Id="R61cbd97b764b4f23" /><Relationship Type="http://schemas.openxmlformats.org/officeDocument/2006/relationships/slide" Target="/ppt/slides/slide17.xml" Id="R402a7cafa1e44930" /><Relationship Type="http://schemas.openxmlformats.org/officeDocument/2006/relationships/slide" Target="/ppt/slides/slide18.xml" Id="R678543abadaa4e9f" /><Relationship Type="http://schemas.openxmlformats.org/officeDocument/2006/relationships/slide" Target="/ppt/slides/slide19.xml" Id="Rd4a164286c644083" /><Relationship Type="http://schemas.openxmlformats.org/officeDocument/2006/relationships/slide" Target="/ppt/slides/slide20.xml" Id="R8b6c097bb924455c" /><Relationship Type="http://schemas.openxmlformats.org/officeDocument/2006/relationships/slide" Target="/ppt/slides/slide21.xml" Id="R54c358587c414c23" /><Relationship Type="http://schemas.openxmlformats.org/officeDocument/2006/relationships/slide" Target="/ppt/slides/slide22.xml" Id="R5a7569780a504767" /><Relationship Type="http://schemas.openxmlformats.org/officeDocument/2006/relationships/slide" Target="/ppt/slides/slide23.xml" Id="R7474288524ef4665" /><Relationship Type="http://schemas.openxmlformats.org/officeDocument/2006/relationships/slide" Target="/ppt/slides/slide24.xml" Id="R3d8e927f6fcf49c6" /><Relationship Type="http://schemas.openxmlformats.org/officeDocument/2006/relationships/slide" Target="/ppt/slides/slide25.xml" Id="Reda468a73caf4813" /><Relationship Type="http://schemas.openxmlformats.org/officeDocument/2006/relationships/slide" Target="/ppt/slides/slide26.xml" Id="R1341c91a722845c9" /><Relationship Type="http://schemas.openxmlformats.org/officeDocument/2006/relationships/slide" Target="/ppt/slides/slide27.xml" Id="R11d074ee9f514368" /><Relationship Type="http://schemas.openxmlformats.org/officeDocument/2006/relationships/slide" Target="/ppt/slides/slide28.xml" Id="R8f726f3de68e4297" /><Relationship Type="http://schemas.openxmlformats.org/officeDocument/2006/relationships/slide" Target="/ppt/slides/slide29.xml" Id="R8cde2385df6f4f39" /><Relationship Type="http://schemas.openxmlformats.org/officeDocument/2006/relationships/slide" Target="/ppt/slides/slide30.xml" Id="Rb1e250bc4a2b4d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f8293abd0d47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4a3a04f194590" /><Relationship Type="http://schemas.openxmlformats.org/officeDocument/2006/relationships/notesMaster" Target="/ppt/notesMasters/notesMaster1.xml" Id="Rdc5c12bf7e7c4b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7f1012bd924008" /><Relationship Type="http://schemas.openxmlformats.org/officeDocument/2006/relationships/notesMaster" Target="/ppt/notesMasters/notesMaster1.xml" Id="Red864ba980b746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3ee106d85d4a1c" /><Relationship Type="http://schemas.openxmlformats.org/officeDocument/2006/relationships/notesMaster" Target="/ppt/notesMasters/notesMaster1.xml" Id="R26a3cadf68c542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f59ca424de4a3e" /><Relationship Type="http://schemas.openxmlformats.org/officeDocument/2006/relationships/notesMaster" Target="/ppt/notesMasters/notesMaster1.xml" Id="R59c756c325604f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268d1550424d86" /><Relationship Type="http://schemas.openxmlformats.org/officeDocument/2006/relationships/notesMaster" Target="/ppt/notesMasters/notesMaster1.xml" Id="R0afb4b1410b040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1f375061dc4c55" /><Relationship Type="http://schemas.openxmlformats.org/officeDocument/2006/relationships/notesMaster" Target="/ppt/notesMasters/notesMaster1.xml" Id="R79abcf94941c46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ea86fe447c4e34" /><Relationship Type="http://schemas.openxmlformats.org/officeDocument/2006/relationships/notesMaster" Target="/ppt/notesMasters/notesMaster1.xml" Id="R73b3c1d15da948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fe920e6a114f68" /><Relationship Type="http://schemas.openxmlformats.org/officeDocument/2006/relationships/notesMaster" Target="/ppt/notesMasters/notesMaster1.xml" Id="R4b43d4e3dacf41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8e75306e3e45be" /><Relationship Type="http://schemas.openxmlformats.org/officeDocument/2006/relationships/notesMaster" Target="/ppt/notesMasters/notesMaster1.xml" Id="R716f05501c7d4c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5ea926534d4480" /><Relationship Type="http://schemas.openxmlformats.org/officeDocument/2006/relationships/notesMaster" Target="/ppt/notesMasters/notesMaster1.xml" Id="Rd40cdc52266d42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3f008b3bda4fe4" /><Relationship Type="http://schemas.openxmlformats.org/officeDocument/2006/relationships/notesMaster" Target="/ppt/notesMasters/notesMaster1.xml" Id="R3ca17356a6b14e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1dc9f24f1246cc" /><Relationship Type="http://schemas.openxmlformats.org/officeDocument/2006/relationships/notesMaster" Target="/ppt/notesMasters/notesMaster1.xml" Id="R4c5860cffa5343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70641f2fa84de4" /><Relationship Type="http://schemas.openxmlformats.org/officeDocument/2006/relationships/notesMaster" Target="/ppt/notesMasters/notesMaster1.xml" Id="R87b96683f89a43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2d3d65852541e3" /><Relationship Type="http://schemas.openxmlformats.org/officeDocument/2006/relationships/notesMaster" Target="/ppt/notesMasters/notesMaster1.xml" Id="Re8f4586c338449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82733423634eec" /><Relationship Type="http://schemas.openxmlformats.org/officeDocument/2006/relationships/notesMaster" Target="/ppt/notesMasters/notesMaster1.xml" Id="R2e33551c47c746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69ac65bb4ac42c3" /><Relationship Type="http://schemas.openxmlformats.org/officeDocument/2006/relationships/notesMaster" Target="/ppt/notesMasters/notesMaster1.xml" Id="R6ad9634e2bd94f2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071930646424e9f" /><Relationship Type="http://schemas.openxmlformats.org/officeDocument/2006/relationships/notesMaster" Target="/ppt/notesMasters/notesMaster1.xml" Id="R7d0e065f3cbc4fc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7a0a08747f94e00" /><Relationship Type="http://schemas.openxmlformats.org/officeDocument/2006/relationships/notesMaster" Target="/ppt/notesMasters/notesMaster1.xml" Id="Rffa97ff777d24d8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50afd6e63684c2e" /><Relationship Type="http://schemas.openxmlformats.org/officeDocument/2006/relationships/notesMaster" Target="/ppt/notesMasters/notesMaster1.xml" Id="R1b22ee7be28b4d2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d46960a554a4e5a" /><Relationship Type="http://schemas.openxmlformats.org/officeDocument/2006/relationships/notesMaster" Target="/ppt/notesMasters/notesMaster1.xml" Id="R37d2f19c57b748c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8b5f51f418f4581" /><Relationship Type="http://schemas.openxmlformats.org/officeDocument/2006/relationships/notesMaster" Target="/ppt/notesMasters/notesMaster1.xml" Id="R16dad6d3f03440d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b437243c74044cb" /><Relationship Type="http://schemas.openxmlformats.org/officeDocument/2006/relationships/notesMaster" Target="/ppt/notesMasters/notesMaster1.xml" Id="Re952f063d24b408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ecaf7b0a3f4105" /><Relationship Type="http://schemas.openxmlformats.org/officeDocument/2006/relationships/notesMaster" Target="/ppt/notesMasters/notesMaster1.xml" Id="R0c19bea6103949a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97a960478d44832" /><Relationship Type="http://schemas.openxmlformats.org/officeDocument/2006/relationships/notesMaster" Target="/ppt/notesMasters/notesMaster1.xml" Id="Rd07c6b45a3af41c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f18f94a52bd451f" /><Relationship Type="http://schemas.openxmlformats.org/officeDocument/2006/relationships/notesMaster" Target="/ppt/notesMasters/notesMaster1.xml" Id="R06a20b167e7342a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284f9d09ac642be" /><Relationship Type="http://schemas.openxmlformats.org/officeDocument/2006/relationships/notesMaster" Target="/ppt/notesMasters/notesMaster1.xml" Id="Rb639473eb091440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d94de8588a54c0d" /><Relationship Type="http://schemas.openxmlformats.org/officeDocument/2006/relationships/notesMaster" Target="/ppt/notesMasters/notesMaster1.xml" Id="Rad6940975ce743b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094e17435534653" /><Relationship Type="http://schemas.openxmlformats.org/officeDocument/2006/relationships/notesMaster" Target="/ppt/notesMasters/notesMaster1.xml" Id="Rdbfbe89a611f4f7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7f73553bcb14839" /><Relationship Type="http://schemas.openxmlformats.org/officeDocument/2006/relationships/notesMaster" Target="/ppt/notesMasters/notesMaster1.xml" Id="Rd658711bd6ad402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465c6d482e943a5" /><Relationship Type="http://schemas.openxmlformats.org/officeDocument/2006/relationships/notesMaster" Target="/ppt/notesMasters/notesMaster1.xml" Id="Rf3825dd4722843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48e56b81eb4cb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77a0b774c4b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0456611c7d4b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558420b1146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8e3060ffef46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3f9982fdd4b2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277917fa9456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b42bfd9e1a410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decffb691045f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256fde3f0e477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c8fdc3a374225" 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9FD79408-634D-4FB5-AD4D-07C95D2B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830CABED-E489-48B3-96C8-C67058FE60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77519292-C557-425E-9CCB-55B4FDC4D14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23A216DB-D884-4A14-B39B-DBF3BDFFC4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2BFEED8C-A869-4965-A5B2-AC1FBC1220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F82AB657-A4FC-419C-87CD-6FD1B45FB9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795DA930-87DA-493E-A5C3-4A5F002C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A23DB648-43D2-4A8E-8064-B4094ADD8F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6E036F0A-1DCC-491D-A2D5-E4F705EE0A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2BED243E-A68A-4A34-A447-7B8E30C267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4A3C4EA7-8526-4D9E-9AAB-175FB0BF12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1946E70B-AEFB-455E-8DC7-7BEEADB22C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CFD0751E-2B15-47F3-AB10-37D256B9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3ABB692E-060F-45D4-89BB-A591FA100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6DD99A46-AE5C-4E7A-A15F-39FCCFC5F5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5DC6A506-F0DE-49B1-A581-6623BDCD05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DAF23CEA-67D1-4713-AC97-4EE007DE00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7E457C06-F9DC-4CDD-A8EB-0BF52FA978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DE7EC6E5-948B-4FD5-9FC2-17FFC9F1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70E998EE-EEE5-48AB-B423-44B31785DA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79ED3B0A-6016-4853-A1A0-668D2E40D8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411277CC-CBA7-4884-8D91-E72B7A86086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E1DED492-5740-46A6-A91D-F4DF9C0DB7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5EDAF4B6-F09D-4936-A14E-3AB2C853D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A69FF492-69EB-45F9-8C4A-D4A5B601E0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EE204467-82AC-4770-95CA-91535268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3FD9C697-08EF-4A67-B01C-01C591FD48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5F44D505-5DD5-4004-98C0-D751720D44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8DBB12E6-5D4A-4BC8-B201-7D8CEF7B06B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AB3961EF-6114-4278-86DE-2C5D44DB10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9431A9D1-7023-427F-A12A-B044B6862FE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D3320992-C756-49E8-8188-FEC865238E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53AF8501-84B9-4132-8632-02843067E5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94F67720-B508-4A82-98AC-AB81DFFC39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87DB4D64-3C96-491B-A0A7-2D7706AC9A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988F77F7-7452-498F-9CD0-2D51F85E1C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69EE3D2A-F3C0-4230-84DA-90280C7768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C9ADE826-560E-46F2-AEB4-48B576E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6A23F477-0E64-486C-A5CF-BD39073B75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12E27E7B-6C03-41E6-869F-2478D22BE3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6EF09C4A-7AE7-4CF2-86DB-6E39D3EA5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B7F0E2EE-34BF-43C6-A8A4-3269720DE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DDFCBE6B-2AF0-49E5-86B8-9A694C18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4FC1E608-AE01-4141-811F-92593B2F5E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CF9CDF05-9B9E-40BF-9E99-521752854A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6642009D-66EE-442F-ABE9-94D9276417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E4CA5457-CB41-4F65-9C5E-5BE6F4F84D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39E851A1-EDB3-45F5-9B17-27CB639A70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7EA96843-81DA-42B4-A795-DE0F295B63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6CD9B3BF-1616-4EE5-9773-0114DB3619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4C2FAAD7-62B7-424F-98A0-CC398C5DD088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FF1F46DE-7E5D-4A31-8D09-2EEFAC4BAD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E667B7EC-3D30-4E00-B5EE-392FC0819E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FD14CE49-E9DF-4A2B-9B69-DE42CC3F84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06FC2C30-12C1-4626-A9D9-2DB6F1C195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6097F388-F5D0-4551-909C-50014FD9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4053BBB0-9DCD-42C2-BD9F-4A9F328BC3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F1B9AE88-E9B1-43E1-8058-5E3897DF2E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2A8A3A45-A535-474D-926A-255808FE72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2F24FD56-0E14-4246-BF62-EE26212A3B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016536CA-C3C5-4EE8-9519-9AF27786B4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2172ECC7-39B1-47AD-961A-DBFDCDD0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DCD75FE5-877A-4620-B6FE-09F6900C76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9E2C8AB8-70AC-4C61-9AEA-67E200953A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80BC2BE7-96A1-4A47-A3B6-78919C0628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DDE367DF-8C0A-4A12-A286-1493B4B7CA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669B6E7F-2488-4548-86C5-F98500B8A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b8dfde4820484a" /><Relationship Type="http://schemas.openxmlformats.org/officeDocument/2006/relationships/slideLayout" Target="/ppt/slideLayouts/slideLayout1.xml" Id="R0ae94396ac51408c" /><Relationship Type="http://schemas.openxmlformats.org/officeDocument/2006/relationships/slideLayout" Target="/ppt/slideLayouts/slideLayout2.xml" Id="R94a8c6e1e75d41cf" /><Relationship Type="http://schemas.openxmlformats.org/officeDocument/2006/relationships/slideLayout" Target="/ppt/slideLayouts/slideLayout3.xml" Id="Rcb96ecdfd39448fa" /><Relationship Type="http://schemas.openxmlformats.org/officeDocument/2006/relationships/slideLayout" Target="/ppt/slideLayouts/slideLayout4.xml" Id="Raf507a31f806434a" /><Relationship Type="http://schemas.openxmlformats.org/officeDocument/2006/relationships/slideLayout" Target="/ppt/slideLayouts/slideLayout5.xml" Id="Rbe7cd5db62cd4cb6" /><Relationship Type="http://schemas.openxmlformats.org/officeDocument/2006/relationships/slideLayout" Target="/ppt/slideLayouts/slideLayout6.xml" Id="R14e2996ca22a4052" /><Relationship Type="http://schemas.openxmlformats.org/officeDocument/2006/relationships/slideLayout" Target="/ppt/slideLayouts/slideLayout7.xml" Id="R7652a24e2cac4cca" /><Relationship Type="http://schemas.openxmlformats.org/officeDocument/2006/relationships/slideLayout" Target="/ppt/slideLayouts/slideLayout8.xml" Id="R7f384143109c4c80" /><Relationship Type="http://schemas.openxmlformats.org/officeDocument/2006/relationships/slideLayout" Target="/ppt/slideLayouts/slideLayout9.xml" Id="R70ab80f6931541df" /><Relationship Type="http://schemas.openxmlformats.org/officeDocument/2006/relationships/slideLayout" Target="/ppt/slideLayouts/slideLayout10.xml" Id="R3c7b22194803417f" /><Relationship Type="http://schemas.openxmlformats.org/officeDocument/2006/relationships/slideLayout" Target="/ppt/slideLayouts/slideLayout11.xml" Id="Rf49e5ec060a9429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0581A265-63D3-46E3-AE97-F7715AE31E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B4CB2585-0788-4C21-A24B-B192835800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F09B8C28-A6CA-4E29-94FB-81BD2399BE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5ADA7A14-52C2-49C0-A02C-8562200EF8C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609561A7-5504-414D-A249-DED470D805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E691BF0F-961B-4ED4-B2E6-535B8866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A323867E-2370-4326-9655-F61DCFB0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09721B0E-9D69-412B-AD9E-F01CED7D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94396ac51408c"/>
    <p:sldLayoutId xmlns:r="http://schemas.openxmlformats.org/officeDocument/2006/relationships" id="2147483650" r:id="R94a8c6e1e75d41cf"/>
    <p:sldLayoutId xmlns:r="http://schemas.openxmlformats.org/officeDocument/2006/relationships" id="2147483651" r:id="Rcb96ecdfd39448fa"/>
    <p:sldLayoutId xmlns:r="http://schemas.openxmlformats.org/officeDocument/2006/relationships" id="2147483652" r:id="Raf507a31f806434a"/>
    <p:sldLayoutId xmlns:r="http://schemas.openxmlformats.org/officeDocument/2006/relationships" id="2147483653" r:id="Rbe7cd5db62cd4cb6"/>
    <p:sldLayoutId xmlns:r="http://schemas.openxmlformats.org/officeDocument/2006/relationships" id="2147483654" r:id="R14e2996ca22a4052"/>
    <p:sldLayoutId xmlns:r="http://schemas.openxmlformats.org/officeDocument/2006/relationships" id="2147483655" r:id="R7652a24e2cac4cca"/>
    <p:sldLayoutId xmlns:r="http://schemas.openxmlformats.org/officeDocument/2006/relationships" id="2147483656" r:id="R7f384143109c4c80"/>
    <p:sldLayoutId xmlns:r="http://schemas.openxmlformats.org/officeDocument/2006/relationships" id="2147483657" r:id="R70ab80f6931541df"/>
    <p:sldLayoutId xmlns:r="http://schemas.openxmlformats.org/officeDocument/2006/relationships" id="2147483658" r:id="R3c7b22194803417f"/>
    <p:sldLayoutId xmlns:r="http://schemas.openxmlformats.org/officeDocument/2006/relationships" id="2147483659" r:id="Rf49e5ec060a9429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2bbfc2933439e" /><Relationship Type="http://schemas.openxmlformats.org/officeDocument/2006/relationships/image" Target="/ppt/media/image.png" Id="R9d03aaaed2d546bb" /><Relationship Type="http://schemas.openxmlformats.org/officeDocument/2006/relationships/notesSlide" Target="/ppt/notesSlides/notesSlide1.xml" Id="R255fae94d24b4f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d73bf9f5e949ab" /><Relationship Type="http://schemas.openxmlformats.org/officeDocument/2006/relationships/image" Target="/ppt/media/image2.png" Id="R54f0c353110a421a" /><Relationship Type="http://schemas.openxmlformats.org/officeDocument/2006/relationships/notesSlide" Target="/ppt/notesSlides/notesSlide2.xml" Id="R1e46d9db070545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ca0e0e89c647f5" /><Relationship Type="http://schemas.openxmlformats.org/officeDocument/2006/relationships/notesSlide" Target="/ppt/notesSlides/notesSlide3.xml" Id="Raa17f0921f674b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5af25ca4ce4652" /><Relationship Type="http://schemas.openxmlformats.org/officeDocument/2006/relationships/notesSlide" Target="/ppt/notesSlides/notesSlide4.xml" Id="R595cdb427e144e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4ff9ed63dc4015" /><Relationship Type="http://schemas.openxmlformats.org/officeDocument/2006/relationships/notesSlide" Target="/ppt/notesSlides/notesSlide5.xml" Id="R82fdf8b91ca74d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77eb0d50b247fd" /><Relationship Type="http://schemas.openxmlformats.org/officeDocument/2006/relationships/notesSlide" Target="/ppt/notesSlides/notesSlide6.xml" Id="R586a960ff72f4e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79421154b2467d" /><Relationship Type="http://schemas.openxmlformats.org/officeDocument/2006/relationships/notesSlide" Target="/ppt/notesSlides/notesSlide7.xml" Id="R4eacaa9d85f445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435f1c23bb42ca" /><Relationship Type="http://schemas.openxmlformats.org/officeDocument/2006/relationships/notesSlide" Target="/ppt/notesSlides/notesSlide8.xml" Id="R4328715e49f945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f0b5cbb9c54a02" /><Relationship Type="http://schemas.openxmlformats.org/officeDocument/2006/relationships/notesSlide" Target="/ppt/notesSlides/notesSlide9.xml" Id="R6134cd86f5c146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10fb7aba4344cb" /><Relationship Type="http://schemas.openxmlformats.org/officeDocument/2006/relationships/notesSlide" Target="/ppt/notesSlides/notesSlide10.xml" Id="R6e88f87f5b1741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f638eebaa34268" /><Relationship Type="http://schemas.openxmlformats.org/officeDocument/2006/relationships/notesSlide" Target="/ppt/notesSlides/notesSlide11.xml" Id="R29193aed436246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fb51c5067c4e68" /><Relationship Type="http://schemas.openxmlformats.org/officeDocument/2006/relationships/notesSlide" Target="/ppt/notesSlides/notesSlide12.xml" Id="Rd5feeea7a4e64e5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622bf1ed5442f1" /><Relationship Type="http://schemas.openxmlformats.org/officeDocument/2006/relationships/notesSlide" Target="/ppt/notesSlides/notesSlide13.xml" Id="R603b75333e4f45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e54ee0a35243bf" /><Relationship Type="http://schemas.openxmlformats.org/officeDocument/2006/relationships/notesSlide" Target="/ppt/notesSlides/notesSlide14.xml" Id="R1fb05a436a0e48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cb1939f6e64b0f" /><Relationship Type="http://schemas.openxmlformats.org/officeDocument/2006/relationships/notesSlide" Target="/ppt/notesSlides/notesSlide15.xml" Id="R85fb133b29c746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eb04bbb83f48bc" /><Relationship Type="http://schemas.openxmlformats.org/officeDocument/2006/relationships/notesSlide" Target="/ppt/notesSlides/notesSlide16.xml" Id="R5df08d88d6e6470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e21e7c74774ed0" /><Relationship Type="http://schemas.openxmlformats.org/officeDocument/2006/relationships/notesSlide" Target="/ppt/notesSlides/notesSlide17.xml" Id="R7cfef7eef85642b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f891914cb44605" /><Relationship Type="http://schemas.openxmlformats.org/officeDocument/2006/relationships/notesSlide" Target="/ppt/notesSlides/notesSlide18.xml" Id="Ra857a1b7c47f4cb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8dba4481274381" /><Relationship Type="http://schemas.openxmlformats.org/officeDocument/2006/relationships/notesSlide" Target="/ppt/notesSlides/notesSlide19.xml" Id="Raee279c420dc45c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65f6bfbe804e5e" /><Relationship Type="http://schemas.openxmlformats.org/officeDocument/2006/relationships/notesSlide" Target="/ppt/notesSlides/notesSlide20.xml" Id="R212de1f293e943b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99f6484ff4566" /><Relationship Type="http://schemas.openxmlformats.org/officeDocument/2006/relationships/notesSlide" Target="/ppt/notesSlides/notesSlide21.xml" Id="R1530779b33cd4c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fede7e9f644f91" /><Relationship Type="http://schemas.openxmlformats.org/officeDocument/2006/relationships/image" Target="/ppt/media/image.jpeg" Id="Rd12d9326863d4370" /><Relationship Type="http://schemas.openxmlformats.org/officeDocument/2006/relationships/notesSlide" Target="/ppt/notesSlides/notesSlide22.xml" Id="R62bd856261ba4a6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194412e32e4166" /><Relationship Type="http://schemas.openxmlformats.org/officeDocument/2006/relationships/image" Target="/ppt/media/image2.jpeg" Id="R0c97989e15304e0c" /><Relationship Type="http://schemas.openxmlformats.org/officeDocument/2006/relationships/notesSlide" Target="/ppt/notesSlides/notesSlide23.xml" Id="R92381fb007c5481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80cc51da34483f" /><Relationship Type="http://schemas.openxmlformats.org/officeDocument/2006/relationships/notesSlide" Target="/ppt/notesSlides/notesSlide24.xml" Id="R4d5c6e4db2b54d1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2b668d967d4eba" /><Relationship Type="http://schemas.openxmlformats.org/officeDocument/2006/relationships/notesSlide" Target="/ppt/notesSlides/notesSlide25.xml" Id="R1ebe15626446487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bfe5be49024f43" /><Relationship Type="http://schemas.openxmlformats.org/officeDocument/2006/relationships/notesSlide" Target="/ppt/notesSlides/notesSlide26.xml" Id="R4bc3d3be2b5c453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ed834162d6415c" /><Relationship Type="http://schemas.openxmlformats.org/officeDocument/2006/relationships/image" Target="/ppt/media/image3.png" Id="Rab1e282378144768" /><Relationship Type="http://schemas.openxmlformats.org/officeDocument/2006/relationships/notesSlide" Target="/ppt/notesSlides/notesSlide27.xml" Id="R786864e7c0924af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7f81f5c3e1428c" /><Relationship Type="http://schemas.openxmlformats.org/officeDocument/2006/relationships/notesSlide" Target="/ppt/notesSlides/notesSlide28.xml" Id="R99415a12ead9464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af347706ed45bb" /><Relationship Type="http://schemas.openxmlformats.org/officeDocument/2006/relationships/notesSlide" Target="/ppt/notesSlides/notesSlide29.xml" Id="R21f297d7131445c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9be3b6eab54240" /><Relationship Type="http://schemas.openxmlformats.org/officeDocument/2006/relationships/notesSlide" Target="/ppt/notesSlides/notesSlide30.xml" Id="Re443e354a69a48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EC103FF6-0385-4D2C-AC03-E56E0838DE7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br>
              <a:rPr>
                <a:solidFill>
                  <a:schemeClr val="lt1"/>
                </a:solidFill>
              </a:rPr>
            </a:br>
            <a:r>
              <a:rPr>
                <a:solidFill>
                  <a:schemeClr val="lt1"/>
                </a:solidFill>
              </a:rPr>
              <a:t>SOAP JAVA SINBDD GR09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D4253B45-1AE6-4098-B4E4-B8DFFF73A4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INTEGRANTE: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JULIO ENRIQUE VICHE CASTILLO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GRUPO: GR09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0700C730-47AE-48BD-9CDC-EE9BE56DDA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03aaaed2d546b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5F42DDD6-F581-4422-A3D2-D2AAA54F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999" y="5301801"/>
            <a:ext cx="4318000" cy="1235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27/10/2026</a:t>
            </a: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ASIGNATURA: ARQUITECTURA DE SOFTWARE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0F2FCB03-CB6D-415E-908B-004B418C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72365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87DCCF2E-980E-4047-ACF1-B0CD4848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FC8C7B52-7D07-4B3B-BB74-412F4BCC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97CA0CC9-12E8-49CA-ABD7-BB381159EE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SERVIDOR SOAP EN JAVA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CONSOLA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ESCRITORIO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WEB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MÓVIL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>
            <a:extLst xmlns:a="http://schemas.openxmlformats.org/drawingml/2006/main">
              <a:ext uri="{FF2B5EF4-FFF2-40B4-BE49-F238E27FC236}">
                <a16:creationId xmlns:a16="http://schemas.microsoft.com/office/drawing/2014/main" id="{A448AA95-83B5-4E76-9415-E7D14D2F39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f0c353110a421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91522" y="1935576"/>
            <a:ext cx="6489819" cy="3007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F9BC67CE-49EF-412D-AE0A-08C26127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340959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59C06E11-F6E4-4D0D-ACFE-24DFCEF0D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D5E77AEB-2A92-46ED-9D85-1FEFE44385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OBJETIVO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SOAP.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1FC59052-298E-41D3-AD55-EAF7EC6F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9632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g2d6d00c5bd2_0_0">
            <a:extLst xmlns:a="http://schemas.openxmlformats.org/drawingml/2006/main">
              <a:ext uri="{FF2B5EF4-FFF2-40B4-BE49-F238E27FC236}">
                <a16:creationId xmlns:a16="http://schemas.microsoft.com/office/drawing/2014/main" id="{DA96B777-ECFF-40D6-A679-067F629845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22" name="Google Shape;122;g2d6d00c5bd2_0_0">
            <a:extLst xmlns:a="http://schemas.openxmlformats.org/drawingml/2006/main">
              <a:ext uri="{FF2B5EF4-FFF2-40B4-BE49-F238E27FC236}">
                <a16:creationId xmlns:a16="http://schemas.microsoft.com/office/drawing/2014/main" id="{3453969F-DD1B-4C3B-ADF6-BE18B97701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180500"/>
            <a:ext cx="8589300" cy="16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/>
          </a:bodyPr>
          <a:lstStyle xmlns:a="http://schemas.openxmlformats.org/drawingml/2006/main"/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1.2 CREACIÓN DEL SERVIDOR SOAP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sz="1929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Java 11, Jakarta XML Web Services y Metro. Publisher.java publica ambos endpoints en localhost:8080.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Compila desde 04. SERVIDOR con mvn clean package.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8968092F-C058-411C-AD9F-3BA5501F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Estructura inicial del servidor">
            <a:extLst xmlns:a="http://schemas.openxmlformats.org/drawingml/2006/main">
              <a:ext uri="{FF2B5EF4-FFF2-40B4-BE49-F238E27FC236}">
                <a16:creationId xmlns:a16="http://schemas.microsoft.com/office/drawing/2014/main" id="{8F4CF77D-59BB-4DD6-9BE8-8A7DEA0F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09191"/>
            <a:ext cx="3131854" cy="21793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inicial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Ajustes del endpoint y dependencias">
            <a:extLst xmlns:a="http://schemas.openxmlformats.org/drawingml/2006/main">
              <a:ext uri="{FF2B5EF4-FFF2-40B4-BE49-F238E27FC236}">
                <a16:creationId xmlns:a16="http://schemas.microsoft.com/office/drawing/2014/main" id="{C2B37573-DD7F-4CE8-A0E8-5D433887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00" y="3716772"/>
            <a:ext cx="3480507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Ajustes del endpoint y dependencias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oyecto Maven y configuración del servidor">
            <a:extLst xmlns:a="http://schemas.openxmlformats.org/drawingml/2006/main">
              <a:ext uri="{FF2B5EF4-FFF2-40B4-BE49-F238E27FC236}">
                <a16:creationId xmlns:a16="http://schemas.microsoft.com/office/drawing/2014/main" id="{493BDDFD-617A-44F4-8FC8-D380D1BF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6" y="3724354"/>
            <a:ext cx="3249332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Maven y configuración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89944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9322FB41-D710-49F1-94CE-2E9DD66454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28DB6D27-6599-4E3F-B92F-48B2BCA749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7"/>
            <a:ext cx="8589441" cy="1248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1.2 CONTRATO DEL SERVICIO SOAP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sz="1350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WSDL describe las operaciones SOAP/XML de autenticación y conversión para longitud, masa y temperatura.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Autentica al usuario antes de invocar una conversión.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B359E9D0-036D-4310-B675-878ED8A0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 recursos y formato de respuesta">
            <a:extLst xmlns:a="http://schemas.openxmlformats.org/drawingml/2006/main"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4120" y="3429000"/>
            <a:ext cx="5843760" cy="29648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recursos y formato de respuesta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Dependencias de servicios SOAP/REST">
            <a:extLst xmlns:a="http://schemas.openxmlformats.org/drawingml/2006/main"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42" y="3401152"/>
            <a:ext cx="210502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Dependencias de servicios SOAP/REST</a:t>
            </a:r>
          </a:p>
        </p:txBody>
      </p:sp>
    </p:spTree>
    <p:extLst>
      <p:ext uri="{BB962C8B-B14F-4D97-AF65-F5344CB8AC3E}">
        <p14:creationId xmlns:p14="http://schemas.microsoft.com/office/powerpoint/2010/main" val="16126507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g2d624313899_0_5">
            <a:extLst xmlns:a="http://schemas.openxmlformats.org/drawingml/2006/main">
              <a:ext uri="{FF2B5EF4-FFF2-40B4-BE49-F238E27FC236}">
                <a16:creationId xmlns:a16="http://schemas.microsoft.com/office/drawing/2014/main" id="{7457EA5E-41D9-4A9F-93EB-AA4864130A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9" name="Google Shape;149;g2d624313899_0_5">
            <a:extLst xmlns:a="http://schemas.openxmlformats.org/drawingml/2006/main">
              <a:ext uri="{FF2B5EF4-FFF2-40B4-BE49-F238E27FC236}">
                <a16:creationId xmlns:a16="http://schemas.microsoft.com/office/drawing/2014/main" id="{2BABA928-5FDF-40A4-8383-9E305167CD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180500"/>
            <a:ext cx="4557900" cy="38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ARQUITECTURA DEL SERVIDOR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sz="1677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22A479E1-9F75-4B43-90F3-F778888D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Paquetes y componentes del servidor">
            <a:extLst xmlns:a="http://schemas.openxmlformats.org/drawingml/2006/main"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9937" y="2870106"/>
            <a:ext cx="3268557" cy="20335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Paquetes y componentes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3583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g2d624313899_0_26">
            <a:extLst xmlns:a="http://schemas.openxmlformats.org/drawingml/2006/main">
              <a:ext uri="{FF2B5EF4-FFF2-40B4-BE49-F238E27FC236}">
                <a16:creationId xmlns:a16="http://schemas.microsoft.com/office/drawing/2014/main" id="{139CE000-7564-4173-AB6C-67AB8C8BF3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65" name="Google Shape;165;g2d624313899_0_26">
            <a:extLst xmlns:a="http://schemas.openxmlformats.org/drawingml/2006/main">
              <a:ext uri="{FF2B5EF4-FFF2-40B4-BE49-F238E27FC236}">
                <a16:creationId xmlns:a16="http://schemas.microsoft.com/office/drawing/2014/main" id="{C956B1D9-2E53-43ED-9DAA-D5515ED8F3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2108200"/>
            <a:ext cx="3048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PUBLICACIÓN DE ENDPOINTS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Publisher.java inicia Metro en localhost:8080 y publica ServicioAutenticacion y ServicioConversion.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Mantén activo el servidor mientras se ejecutan los clientes Java.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D0375851-9531-4FCB-9ED8-8E1C91E5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ódigo de publicación o registro de recursos">
            <a:extLst xmlns:a="http://schemas.openxmlformats.org/drawingml/2006/main">
              <a:ext uri="{FF2B5EF4-FFF2-40B4-BE49-F238E27FC236}">
                <a16:creationId xmlns:a16="http://schemas.microsoft.com/office/drawing/2014/main" id="{B7CF14C7-A1FB-46CD-9B06-2501C685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5414" y="2817286"/>
            <a:ext cx="4441055" cy="3615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publicación o registro de recursos</a:t>
            </a:r>
          </a:p>
        </p:txBody>
      </p:sp>
    </p:spTree>
    <p:extLst>
      <p:ext uri="{BB962C8B-B14F-4D97-AF65-F5344CB8AC3E}">
        <p14:creationId xmlns:p14="http://schemas.microsoft.com/office/powerpoint/2010/main" val="9137813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g2d624313899_0_71">
            <a:extLst xmlns:a="http://schemas.openxmlformats.org/drawingml/2006/main">
              <a:ext uri="{FF2B5EF4-FFF2-40B4-BE49-F238E27FC236}">
                <a16:creationId xmlns:a16="http://schemas.microsoft.com/office/drawing/2014/main" id="{70A9B607-0071-471E-BC6C-3B90DE60FE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89" name="Google Shape;189;g2d624313899_0_71">
            <a:extLst xmlns:a="http://schemas.openxmlformats.org/drawingml/2006/main">
              <a:ext uri="{FF2B5EF4-FFF2-40B4-BE49-F238E27FC236}">
                <a16:creationId xmlns:a16="http://schemas.microsoft.com/office/drawing/2014/main" id="{B80FBCB6-4480-4279-944F-BD1615FDD6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4530" y="1921510"/>
            <a:ext cx="601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93968489-8F77-46FB-8BE8-4F7F1760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puesta del servicio">
            <a:extLst xmlns:a="http://schemas.openxmlformats.org/drawingml/2006/main">
              <a:ext uri="{FF2B5EF4-FFF2-40B4-BE49-F238E27FC236}">
                <a16:creationId xmlns:a16="http://schemas.microsoft.com/office/drawing/2014/main" id="{E9114EA8-A636-4E5D-9078-2EE4448E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8100" y="4415104"/>
            <a:ext cx="2808980" cy="20706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Respuesta del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Prueba de conversión de temperatura">
            <a:extLst xmlns:a="http://schemas.openxmlformats.org/drawingml/2006/main">
              <a:ext uri="{FF2B5EF4-FFF2-40B4-BE49-F238E27FC236}">
                <a16:creationId xmlns:a16="http://schemas.microsoft.com/office/drawing/2014/main" id="{DEA656A8-E519-47C1-AE44-5E7BD4AF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50" y="4415104"/>
            <a:ext cx="2761232" cy="217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temperatura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ueba de conversión de masa">
            <a:extLst xmlns:a="http://schemas.openxmlformats.org/drawingml/2006/main">
              <a:ext uri="{FF2B5EF4-FFF2-40B4-BE49-F238E27FC236}">
                <a16:creationId xmlns:a16="http://schemas.microsoft.com/office/drawing/2014/main" id="{C2E3AF7B-1C5B-485E-8F00-68AB1DFA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34" y="4415104"/>
            <a:ext cx="2630216" cy="20089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masa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Prueba de conversión de longitud">
            <a:extLst xmlns:a="http://schemas.openxmlformats.org/drawingml/2006/main">
              <a:ext uri="{FF2B5EF4-FFF2-40B4-BE49-F238E27FC236}">
                <a16:creationId xmlns:a16="http://schemas.microsoft.com/office/drawing/2014/main" id="{C9C3B946-C4DF-42E1-81A6-50079FD4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19" y="1994161"/>
            <a:ext cx="2849245" cy="20758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longitud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CAPTURA PENDIENTE - Prueba de autenticación">
            <a:extLst xmlns:a="http://schemas.openxmlformats.org/drawingml/2006/main">
              <a:ext uri="{FF2B5EF4-FFF2-40B4-BE49-F238E27FC236}">
                <a16:creationId xmlns:a16="http://schemas.microsoft.com/office/drawing/2014/main" id="{D9C4CD0A-85E6-4476-8C1E-18E66A40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63" y="2724790"/>
            <a:ext cx="3776665" cy="13451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autenticación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73857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g2d624313899_0_51">
            <a:extLst xmlns:a="http://schemas.openxmlformats.org/drawingml/2006/main">
              <a:ext uri="{FF2B5EF4-FFF2-40B4-BE49-F238E27FC236}">
                <a16:creationId xmlns:a16="http://schemas.microsoft.com/office/drawing/2014/main" id="{EDC060F8-7598-4265-BF64-A825CD9083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21" name="Google Shape;221;g2d624313899_0_51">
            <a:extLst xmlns:a="http://schemas.openxmlformats.org/drawingml/2006/main">
              <a:ext uri="{FF2B5EF4-FFF2-40B4-BE49-F238E27FC236}">
                <a16:creationId xmlns:a16="http://schemas.microsoft.com/office/drawing/2014/main" id="{EF567CD1-0387-4258-8926-B0E03E6C9C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3000"/>
            <a:ext cx="8245500" cy="214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1.3 CREACIÓN DEL CLIENTE CONSOLA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Crea una aplicación Java con Maven en NetBeans. Configura el consumo de los endpoints SOAP y separa modelo, vista y controlador.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cliente presenta primero el formulario de autenticación y, al validar las credenciales, muestra el menú de conversión.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2A18CE88-CB79-46BE-AAA0-73D7735E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l cliente de consola">
            <a:extLst xmlns:a="http://schemas.openxmlformats.org/drawingml/2006/main"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234" y="3657435"/>
            <a:ext cx="4201160" cy="28454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cliente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reación del proyecto Java Maven">
            <a:extLst xmlns:a="http://schemas.openxmlformats.org/drawingml/2006/main"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06" y="3674580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del proyecto Java Maven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8261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Google Shape;238;g2d624313899_0_95">
            <a:extLst xmlns:a="http://schemas.openxmlformats.org/drawingml/2006/main">
              <a:ext uri="{FF2B5EF4-FFF2-40B4-BE49-F238E27FC236}">
                <a16:creationId xmlns:a16="http://schemas.microsoft.com/office/drawing/2014/main" id="{DF1A6735-793F-4F5D-961A-B0EDF4F211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39" name="Google Shape;239;g2d624313899_0_95">
            <a:extLst xmlns:a="http://schemas.openxmlformats.org/drawingml/2006/main">
              <a:ext uri="{FF2B5EF4-FFF2-40B4-BE49-F238E27FC236}">
                <a16:creationId xmlns:a16="http://schemas.microsoft.com/office/drawing/2014/main" id="{4B3B7E38-1F5E-4E26-8CC5-15AB792006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824" y="91462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ConversionRequest representa los datos de magnitud, valor y unidades que se envían al servicio.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B6DB164E-A89C-4E4F-83AC-99D0E4D0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Google Shape;241;g2d624313899_0_95">
            <a:extLst xmlns:a="http://schemas.openxmlformats.org/drawingml/2006/main">
              <a:ext uri="{FF2B5EF4-FFF2-40B4-BE49-F238E27FC236}">
                <a16:creationId xmlns:a16="http://schemas.microsoft.com/office/drawing/2014/main" id="{3166E11F-300C-4B1A-97D3-66B219067A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59292" y="77006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controlador valida la sesión, prepara las llamadas SOAP y presenta al usuario el resultado de cada conversión.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 y cliente de servicio">
            <a:extLst xmlns:a="http://schemas.openxmlformats.org/drawingml/2006/main"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618" y="4064763"/>
            <a:ext cx="5172027" cy="17774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y cliente de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Modelo de solicitud de conversión">
            <a:extLst xmlns:a="http://schemas.openxmlformats.org/drawingml/2006/main"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793" y="4064763"/>
            <a:ext cx="2955257" cy="185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Modelo de solicitud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65735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8" name="Google Shape;248;g2d624313899_0_111">
            <a:extLst xmlns:a="http://schemas.openxmlformats.org/drawingml/2006/main">
              <a:ext uri="{FF2B5EF4-FFF2-40B4-BE49-F238E27FC236}">
                <a16:creationId xmlns:a16="http://schemas.microsoft.com/office/drawing/2014/main" id="{8D9196F5-E933-49C1-96ED-FECB7C176F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49" name="Google Shape;249;g2d624313899_0_111">
            <a:extLst xmlns:a="http://schemas.openxmlformats.org/drawingml/2006/main">
              <a:ext uri="{FF2B5EF4-FFF2-40B4-BE49-F238E27FC236}">
                <a16:creationId xmlns:a16="http://schemas.microsoft.com/office/drawing/2014/main" id="{E9B631DC-5A42-4A11-9F86-AE13FE6F61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8225" y="1986150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3BA6DD92-A1AC-4B57-BFC6-0DD97B39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Menú y vista del cliente de consola">
            <a:extLst xmlns:a="http://schemas.openxmlformats.org/drawingml/2006/main"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15" y="2617179"/>
            <a:ext cx="4878474" cy="2609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Menú y vista del cliente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495681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6" name="Google Shape;256;g2d624313899_0_138">
            <a:extLst xmlns:a="http://schemas.openxmlformats.org/drawingml/2006/main">
              <a:ext uri="{FF2B5EF4-FFF2-40B4-BE49-F238E27FC236}">
                <a16:creationId xmlns:a16="http://schemas.microsoft.com/office/drawing/2014/main" id="{AF35AD09-2932-4EA7-8353-3C391FCE95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57" name="Google Shape;257;g2d624313899_0_138">
            <a:extLst xmlns:a="http://schemas.openxmlformats.org/drawingml/2006/main">
              <a:ext uri="{FF2B5EF4-FFF2-40B4-BE49-F238E27FC236}">
                <a16:creationId xmlns:a16="http://schemas.microsoft.com/office/drawing/2014/main" id="{3238A279-570A-406C-9274-9DB0380A60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1930400"/>
            <a:ext cx="2413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EC549412-E0EB-4A67-A099-9F850C8B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ultado de conversión">
            <a:extLst xmlns:a="http://schemas.openxmlformats.org/drawingml/2006/main">
              <a:ext uri="{FF2B5EF4-FFF2-40B4-BE49-F238E27FC236}">
                <a16:creationId xmlns:a16="http://schemas.microsoft.com/office/drawing/2014/main" id="{708B9276-A510-45E6-9B14-51584D30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877" y="3004463"/>
            <a:ext cx="2928406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Resultado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Selección de magnitud y unidades">
            <a:extLst xmlns:a="http://schemas.openxmlformats.org/drawingml/2006/main">
              <a:ext uri="{FF2B5EF4-FFF2-40B4-BE49-F238E27FC236}">
                <a16:creationId xmlns:a16="http://schemas.microsoft.com/office/drawing/2014/main" id="{AD0D4F79-D159-4DE7-A355-9CDF12FB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3004463"/>
            <a:ext cx="280830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Selección de magnitud y unidades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Autenticación correcta">
            <a:extLst xmlns:a="http://schemas.openxmlformats.org/drawingml/2006/main">
              <a:ext uri="{FF2B5EF4-FFF2-40B4-BE49-F238E27FC236}">
                <a16:creationId xmlns:a16="http://schemas.microsoft.com/office/drawing/2014/main" id="{7F99F7C5-D9BE-4E6B-AE75-5BFAABFD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7" y="3004463"/>
            <a:ext cx="280806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Autenticación correcta</a:t>
            </a:r>
          </a:p>
        </p:txBody>
      </p:sp>
      <p:sp>
        <p:nvSpPr>
          <p:cNvPr id="5" name="CAPTURA PENDIENTE - Inicio del cliente">
            <a:extLst xmlns:a="http://schemas.openxmlformats.org/drawingml/2006/main">
              <a:ext uri="{FF2B5EF4-FFF2-40B4-BE49-F238E27FC236}">
                <a16:creationId xmlns:a16="http://schemas.microsoft.com/office/drawing/2014/main" id="{8E2476A0-8191-4A53-A3DE-FADF4D82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1933668"/>
            <a:ext cx="2868295" cy="80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Inicio del cliente</a:t>
            </a:r>
          </a:p>
        </p:txBody>
      </p:sp>
    </p:spTree>
    <p:extLst>
      <p:ext uri="{BB962C8B-B14F-4D97-AF65-F5344CB8AC3E}">
        <p14:creationId xmlns:p14="http://schemas.microsoft.com/office/powerpoint/2010/main" val="8368393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7" name="Google Shape;267;p27">
            <a:extLst xmlns:a="http://schemas.openxmlformats.org/drawingml/2006/main">
              <a:ext uri="{FF2B5EF4-FFF2-40B4-BE49-F238E27FC236}">
                <a16:creationId xmlns:a16="http://schemas.microsoft.com/office/drawing/2014/main" id="{B2CC43D5-800E-4C11-BB53-A819D0B879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0C87A984-E50E-44A8-A6FD-CC6ED94A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Google Shape;269;p27">
            <a:extLst xmlns:a="http://schemas.openxmlformats.org/drawingml/2006/main">
              <a:ext uri="{FF2B5EF4-FFF2-40B4-BE49-F238E27FC236}">
                <a16:creationId xmlns:a16="http://schemas.microsoft.com/office/drawing/2014/main" id="{487F3B56-D631-4204-9E13-D90A77E265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02979"/>
            <a:ext cx="8589300" cy="117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1.4 CREACIÓN DEL PROYECTO – CLIENTE ESCRITORIO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Crea la aplicación Java de escritorio con Maven. La interfaz Swing consume los mismos endpoints SOAP y sigue el patrón Modelo-Vista-Controlador.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reación del proyecto de escritorio Java">
            <a:extLst xmlns:a="http://schemas.openxmlformats.org/drawingml/2006/main"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19" y="3270983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del proyecto de escritorio Java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012587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g31974b856cc_0_109">
            <a:extLst xmlns:a="http://schemas.openxmlformats.org/drawingml/2006/main">
              <a:ext uri="{FF2B5EF4-FFF2-40B4-BE49-F238E27FC236}">
                <a16:creationId xmlns:a16="http://schemas.microsoft.com/office/drawing/2014/main" id="{AF5ED2A8-E413-4857-89BD-1AC01837D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C71318FD-3126-4E47-A655-2CB2D821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Google Shape;302;g31974b856cc_0_109">
            <a:extLst xmlns:a="http://schemas.openxmlformats.org/drawingml/2006/main">
              <a:ext uri="{FF2B5EF4-FFF2-40B4-BE49-F238E27FC236}">
                <a16:creationId xmlns:a16="http://schemas.microsoft.com/office/drawing/2014/main" id="{B2C75D59-83FE-4D0B-AAEA-B64D0E92C0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El cliente Swing organiza la interfaz, el estado de conversión y el consumo SOAP con el patrón MVC.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" name="CuadroTexto 11">
            <a:extLst xmlns:a="http://schemas.openxmlformats.org/drawingml/2006/main"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09" y="3269217"/>
            <a:ext cx="1712150" cy="1477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Modelo: conserva los datos de sesión y de la conversión.</a:t>
            </a:r>
            <a:endParaRPr/>
          </a:p>
        </p:txBody>
      </p:sp>
      <p:sp>
        <p:nvSpPr>
          <p:cNvPr id="19" name="CuadroTexto 18">
            <a:extLst xmlns:a="http://schemas.openxmlformats.org/drawingml/2006/main"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91" y="4553152"/>
            <a:ext cx="2633381" cy="9233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Controlador: valida entradas y coordina la llamada SOAP.</a:t>
            </a:r>
            <a:endParaRPr/>
          </a:p>
        </p:txBody>
      </p:sp>
      <p:sp>
        <p:nvSpPr>
          <p:cNvPr id="2" name="CAPTURA PENDIENTE - Clases del cliente de escritorio">
            <a:extLst xmlns:a="http://schemas.openxmlformats.org/drawingml/2006/main"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259" y="4377212"/>
            <a:ext cx="3666875" cy="2355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Clases del cliente de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ódigo de controlador">
            <a:extLst xmlns:a="http://schemas.openxmlformats.org/drawingml/2006/main"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023" y="3893361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controlador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ódigo de modelo">
            <a:extLst xmlns:a="http://schemas.openxmlformats.org/drawingml/2006/main"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811" y="3836431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modelo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Estructura de paquetes MVC">
            <a:extLst xmlns:a="http://schemas.openxmlformats.org/drawingml/2006/main"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311" y="2609850"/>
            <a:ext cx="30194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de paquetes MVC</a:t>
            </a:r>
          </a:p>
        </p:txBody>
      </p:sp>
    </p:spTree>
    <p:extLst>
      <p:ext uri="{BB962C8B-B14F-4D97-AF65-F5344CB8AC3E}">
        <p14:creationId xmlns:p14="http://schemas.microsoft.com/office/powerpoint/2010/main" val="43082075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Google Shape;308;g31974b856cc_0_128">
            <a:extLst xmlns:a="http://schemas.openxmlformats.org/drawingml/2006/main">
              <a:ext uri="{FF2B5EF4-FFF2-40B4-BE49-F238E27FC236}">
                <a16:creationId xmlns:a16="http://schemas.microsoft.com/office/drawing/2014/main" id="{7FC9A6E8-9814-4800-B5CB-4101490C0D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4B32234D-1381-4C85-B3C1-0DBA0316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Google Shape;310;g31974b856cc_0_128">
            <a:extLst xmlns:a="http://schemas.openxmlformats.org/drawingml/2006/main">
              <a:ext uri="{FF2B5EF4-FFF2-40B4-BE49-F238E27FC236}">
                <a16:creationId xmlns:a16="http://schemas.microsoft.com/office/drawing/2014/main" id="{589020D0-7983-4561-8146-D73CADAF86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La vista Swing contiene las ventanas de autenticación y conversión. Los controles permiten seleccionar magnitud y unidades, ingresar el valor y consultar el resultado.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Interfaz Swing de autenticación y conversión">
            <a:extLst xmlns:a="http://schemas.openxmlformats.org/drawingml/2006/main"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48" y="2831802"/>
            <a:ext cx="8424537" cy="33240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Interfaz Swing de autenticación y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158867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6" name="Google Shape;316;g31974b856cc_0_137">
            <a:extLst xmlns:a="http://schemas.openxmlformats.org/drawingml/2006/main">
              <a:ext uri="{FF2B5EF4-FFF2-40B4-BE49-F238E27FC236}">
                <a16:creationId xmlns:a16="http://schemas.microsoft.com/office/drawing/2014/main" id="{2D0976EA-3A5C-4A05-8825-10F346A28D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F5901EDB-DE30-41E9-9F44-1AB73EA8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Google Shape;318;g31974b856cc_0_137">
            <a:extLst xmlns:a="http://schemas.openxmlformats.org/drawingml/2006/main">
              <a:ext uri="{FF2B5EF4-FFF2-40B4-BE49-F238E27FC236}">
                <a16:creationId xmlns:a16="http://schemas.microsoft.com/office/drawing/2014/main" id="{5778E0A1-3511-4CD8-AA64-87546473E0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Inicio de sesión del cliente de escritorio. Ingresa MONSTER / MONSTER9 para acceder al conversor.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de inicio de sesión del escritorio">
            <a:extLst xmlns:a="http://schemas.openxmlformats.org/drawingml/2006/main">
              <a:ext uri="{FF2B5EF4-FFF2-40B4-BE49-F238E27FC236}">
                <a16:creationId xmlns:a16="http://schemas.microsoft.com/office/drawing/2014/main" id="{DDBE8347-1A58-405A-86AC-1D65FA07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92" y="2329030"/>
            <a:ext cx="5218973" cy="33366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de inicio de sesión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36372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4" name="Google Shape;334;g2d6d00c5bd2_2_19">
            <a:extLst xmlns:a="http://schemas.openxmlformats.org/drawingml/2006/main">
              <a:ext uri="{FF2B5EF4-FFF2-40B4-BE49-F238E27FC236}">
                <a16:creationId xmlns:a16="http://schemas.microsoft.com/office/drawing/2014/main" id="{4B458ED6-7AD0-40B7-8E89-364EFDDEAD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F613DDCE-3360-4E76-BAD8-64337CF9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Google Shape;336;g2d6d00c5bd2_2_19">
            <a:extLst xmlns:a="http://schemas.openxmlformats.org/drawingml/2006/main">
              <a:ext uri="{FF2B5EF4-FFF2-40B4-BE49-F238E27FC236}">
                <a16:creationId xmlns:a16="http://schemas.microsoft.com/office/drawing/2014/main" id="{B7256873-9F20-4959-ADCE-793EFF2798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91950" y="2411875"/>
            <a:ext cx="32289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Formulario de conversión. Selecciona la magnitud, las unidades de origen y destino, e ingresa el valor que se enviará al servicio SOAP.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Formulario de conversión del escritorio">
            <a:extLst xmlns:a="http://schemas.openxmlformats.org/drawingml/2006/main">
              <a:ext uri="{FF2B5EF4-FFF2-40B4-BE49-F238E27FC236}">
                <a16:creationId xmlns:a16="http://schemas.microsoft.com/office/drawing/2014/main" id="{E5A38DE0-325D-4447-9F55-51FC2D25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103" y="2513572"/>
            <a:ext cx="3898097" cy="31162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de conversión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838033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2" name="Google Shape;342;p32">
            <a:extLst xmlns:a="http://schemas.openxmlformats.org/drawingml/2006/main">
              <a:ext uri="{FF2B5EF4-FFF2-40B4-BE49-F238E27FC236}">
                <a16:creationId xmlns:a16="http://schemas.microsoft.com/office/drawing/2014/main" id="{4A6A74E6-57B4-416F-A2A8-9B2296F550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DB20048D-9A26-4AD0-BAE4-DD90DF27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p32">
            <a:extLst xmlns:a="http://schemas.openxmlformats.org/drawingml/2006/main">
              <a:ext uri="{FF2B5EF4-FFF2-40B4-BE49-F238E27FC236}">
                <a16:creationId xmlns:a16="http://schemas.microsoft.com/office/drawing/2014/main" id="{25BAC653-1468-44BF-9CD3-07974C9A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0" y="1868348"/>
            <a:ext cx="8576700" cy="182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1.5 CREACIÓN DEL PROYECTO – CLIENTE WEB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web se ejecuta con Jetty 11 embebido en el puerto 8081. Las vistas HTML/JSP presentan las pantallas; LoginServlet y ConversionServlet gestionan la sesión y las solicitudes SOAP.</a:t>
            </a:r>
            <a:endParaRPr sz="2000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figuración de Jetty y Servlets">
            <a:extLst xmlns:a="http://schemas.openxmlformats.org/drawingml/2006/main">
              <a:ext uri="{FF2B5EF4-FFF2-40B4-BE49-F238E27FC236}">
                <a16:creationId xmlns:a16="http://schemas.microsoft.com/office/drawing/2014/main" id="{16593287-0CEF-49B8-974F-2F1AE8A0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999" y="3524211"/>
            <a:ext cx="4959666" cy="30379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Jetty y Servlets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structura del cliente web">
            <a:extLst xmlns:a="http://schemas.openxmlformats.org/drawingml/2006/main">
              <a:ext uri="{FF2B5EF4-FFF2-40B4-BE49-F238E27FC236}">
                <a16:creationId xmlns:a16="http://schemas.microsoft.com/office/drawing/2014/main" id="{9547CBA9-C1D8-4B24-853B-4A2AF89B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356" y="3839056"/>
            <a:ext cx="20955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del cliente web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366904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6" name="Google Shape;376;g319782968e5_0_88">
            <a:extLst xmlns:a="http://schemas.openxmlformats.org/drawingml/2006/main">
              <a:ext uri="{FF2B5EF4-FFF2-40B4-BE49-F238E27FC236}">
                <a16:creationId xmlns:a16="http://schemas.microsoft.com/office/drawing/2014/main" id="{72E28AC9-F2CB-483D-AA3A-244B5BC9E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CAF54A61-C5DC-4735-B360-56577DA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g319782968e5_0_88">
            <a:extLst xmlns:a="http://schemas.openxmlformats.org/drawingml/2006/main">
              <a:ext uri="{FF2B5EF4-FFF2-40B4-BE49-F238E27FC236}">
                <a16:creationId xmlns:a16="http://schemas.microsoft.com/office/drawing/2014/main" id="{A117B546-CAE6-4632-A1CC-FC6E2DE3E6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444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Las vistas conversor.html y conversor.jsp ofrecen el formulario de conversión. ConversionServlet comunica el cliente web con el servicio SOAP.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3" name="CuadroTexto 12">
            <a:extLst xmlns:a="http://schemas.openxmlformats.org/drawingml/2006/main"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417" y="4185628"/>
            <a:ext cx="2624418" cy="12003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libri"/>
                <a:ea typeface="Calibri"/>
                <a:cs typeface="Calibri"/>
              </a:rPr>
              <a:t>El formulario envía los datos al Servlet y presenta el resultado de la conversión.</a:t>
            </a:r>
            <a:endParaRPr/>
          </a:p>
        </p:txBody>
      </p:sp>
      <p:sp>
        <p:nvSpPr>
          <p:cNvPr id="2" name="CAPTURA PENDIENTE - Formulario y respuesta del cliente web">
            <a:extLst xmlns:a="http://schemas.openxmlformats.org/drawingml/2006/main">
              <a:ext uri="{FF2B5EF4-FFF2-40B4-BE49-F238E27FC236}">
                <a16:creationId xmlns:a16="http://schemas.microsoft.com/office/drawing/2014/main" id="{406C6AF6-33CF-47B3-8FB5-DCC2D1E1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277" y="3132944"/>
            <a:ext cx="3959600" cy="3545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y respuesta del cliente web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antalla web de conversión">
            <a:extLst xmlns:a="http://schemas.openxmlformats.org/drawingml/2006/main">
              <a:ext uri="{FF2B5EF4-FFF2-40B4-BE49-F238E27FC236}">
                <a16:creationId xmlns:a16="http://schemas.microsoft.com/office/drawing/2014/main" id="{5F4C8FCF-4366-4C4F-9FAD-C323C0C2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68" y="3132944"/>
            <a:ext cx="1448002" cy="9050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web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61219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4" name="Google Shape;384;g319782968e5_0_73">
            <a:extLst xmlns:a="http://schemas.openxmlformats.org/drawingml/2006/main">
              <a:ext uri="{FF2B5EF4-FFF2-40B4-BE49-F238E27FC236}">
                <a16:creationId xmlns:a16="http://schemas.microsoft.com/office/drawing/2014/main" id="{564AA3DB-A128-467B-9C3D-AE99340EBA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DFAC2C9A-6B01-4B7D-9610-AFD70F59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Google Shape;386;g319782968e5_0_73">
            <a:extLst xmlns:a="http://schemas.openxmlformats.org/drawingml/2006/main">
              <a:ext uri="{FF2B5EF4-FFF2-40B4-BE49-F238E27FC236}">
                <a16:creationId xmlns:a16="http://schemas.microsoft.com/office/drawing/2014/main" id="{84517125-B8AA-4DBF-B556-730AA2B796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index.html y index.jsp ofrecen el inicio de sesión. LoginServlet valida las credenciales y habilita el acceso al conversor cuando son correctas.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web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D3F36737-3CBD-4B2C-B211-D67B93A6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070" y="2850777"/>
            <a:ext cx="4143559" cy="37087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web de inicio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744315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0" name="Google Shape;400;g319782968e5_0_112">
            <a:extLst xmlns:a="http://schemas.openxmlformats.org/drawingml/2006/main">
              <a:ext uri="{FF2B5EF4-FFF2-40B4-BE49-F238E27FC236}">
                <a16:creationId xmlns:a16="http://schemas.microsoft.com/office/drawing/2014/main" id="{6FD35014-7252-426F-AA1A-D17C4F9222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E78F54C0-3213-4298-8F86-345AADB3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2" name="Google Shape;402;g319782968e5_0_112">
            <a:extLst xmlns:a="http://schemas.openxmlformats.org/drawingml/2006/main">
              <a:ext uri="{FF2B5EF4-FFF2-40B4-BE49-F238E27FC236}">
                <a16:creationId xmlns:a16="http://schemas.microsoft.com/office/drawing/2014/main" id="{3426AAC0-138A-4EF2-8A11-82B4E8ECD5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39100" y="1913200"/>
            <a:ext cx="8038500" cy="180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liente web ejecutándose en el navegador">
            <a:extLst xmlns:a="http://schemas.openxmlformats.org/drawingml/2006/main">
              <a:ext uri="{FF2B5EF4-FFF2-40B4-BE49-F238E27FC236}">
                <a16:creationId xmlns:a16="http://schemas.microsoft.com/office/drawing/2014/main" id="{20B3726C-F6B4-45C9-AC26-56D387AC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268" y="3257334"/>
            <a:ext cx="3200847" cy="3086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web ejecutándose en el navegador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041682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0" name="Google Shape;410;g319782968e5_0_135">
            <a:extLst xmlns:a="http://schemas.openxmlformats.org/drawingml/2006/main">
              <a:ext uri="{FF2B5EF4-FFF2-40B4-BE49-F238E27FC236}">
                <a16:creationId xmlns:a16="http://schemas.microsoft.com/office/drawing/2014/main" id="{6993488D-21C5-4F53-A4DD-CD83EEB6D4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E2EA65CC-6FB9-431A-B12D-213CF42F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2" name="Google Shape;412;g319782968e5_0_135">
            <a:extLst xmlns:a="http://schemas.openxmlformats.org/drawingml/2006/main">
              <a:ext uri="{FF2B5EF4-FFF2-40B4-BE49-F238E27FC236}">
                <a16:creationId xmlns:a16="http://schemas.microsoft.com/office/drawing/2014/main" id="{A43CE724-51D2-4DCB-9A37-C575E5F7A2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Acceso al cliente web. Ingresa MONSTER / MONSTER9; una sesión válida permite continuar a la pantalla de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Autenticación en el cliente web">
            <a:extLst xmlns:a="http://schemas.openxmlformats.org/drawingml/2006/main">
              <a:ext uri="{FF2B5EF4-FFF2-40B4-BE49-F238E27FC236}">
                <a16:creationId xmlns:a16="http://schemas.microsoft.com/office/drawing/2014/main" id="{EF175D66-5604-41C8-8DB4-58DDF5F7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39" y="2523935"/>
            <a:ext cx="5399437" cy="36954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B05DB5E7-F493-4DBC-857B-5D797F7C49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d9326863d4370"/>
          <a:stretch xmlns:a="http://schemas.openxmlformats.org/drawingml/2006/main"/>
        </p:blipFill>
        <p:spPr>
          <a:xfrm xmlns:a="http://schemas.openxmlformats.org/drawingml/2006/main">
            <a:off x="1374102" y="2590610"/>
            <a:ext cx="4257909" cy="35620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87766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8" name="Google Shape;418;g319782968e5_0_123">
            <a:extLst xmlns:a="http://schemas.openxmlformats.org/drawingml/2006/main">
              <a:ext uri="{FF2B5EF4-FFF2-40B4-BE49-F238E27FC236}">
                <a16:creationId xmlns:a16="http://schemas.microsoft.com/office/drawing/2014/main" id="{462465D7-3828-4B2C-83EF-789E0A71E2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2E85ACE7-FA72-4C24-8353-C6375B4A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0" name="Google Shape;420;g319782968e5_0_123">
            <a:extLst xmlns:a="http://schemas.openxmlformats.org/drawingml/2006/main">
              <a:ext uri="{FF2B5EF4-FFF2-40B4-BE49-F238E27FC236}">
                <a16:creationId xmlns:a16="http://schemas.microsoft.com/office/drawing/2014/main" id="{19026023-BD3B-4F69-86B0-3EE94003DB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versión realizada desde el cliente web">
            <a:extLst xmlns:a="http://schemas.openxmlformats.org/drawingml/2006/main">
              <a:ext uri="{FF2B5EF4-FFF2-40B4-BE49-F238E27FC236}">
                <a16:creationId xmlns:a16="http://schemas.microsoft.com/office/drawing/2014/main" id="{CF652FE7-A338-4840-BAF2-EB384354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937" y="2381060"/>
            <a:ext cx="5399437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4735346D-12C6-4A4B-9AA5-F37A02C44A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7989e15304e0c"/>
          <a:stretch xmlns:a="http://schemas.openxmlformats.org/drawingml/2006/main"/>
        </p:blipFill>
        <p:spPr>
          <a:xfrm xmlns:a="http://schemas.openxmlformats.org/drawingml/2006/main">
            <a:off x="4189216" y="2447735"/>
            <a:ext cx="4394879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6111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6" name="Google Shape;426;p37">
            <a:extLst xmlns:a="http://schemas.openxmlformats.org/drawingml/2006/main">
              <a:ext uri="{FF2B5EF4-FFF2-40B4-BE49-F238E27FC236}">
                <a16:creationId xmlns:a16="http://schemas.microsoft.com/office/drawing/2014/main" id="{EEF04AFE-D1AC-4A08-A83A-6459196838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0B330E36-590A-4E04-AA20-117027DD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8" name="Google Shape;428;p37">
            <a:extLst xmlns:a="http://schemas.openxmlformats.org/drawingml/2006/main">
              <a:ext uri="{FF2B5EF4-FFF2-40B4-BE49-F238E27FC236}">
                <a16:creationId xmlns:a16="http://schemas.microsoft.com/office/drawing/2014/main" id="{BAA05637-3DC6-4852-B1A8-E982A99B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75" y="1921878"/>
            <a:ext cx="8576700" cy="7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429" name="Google Shape;429;p37">
            <a:extLst xmlns:a="http://schemas.openxmlformats.org/drawingml/2006/main">
              <a:ext uri="{FF2B5EF4-FFF2-40B4-BE49-F238E27FC236}">
                <a16:creationId xmlns:a16="http://schemas.microsoft.com/office/drawing/2014/main" id="{1F9496A0-36B6-45EA-B6E6-58E48749B5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3"/>
            <a:ext cx="41781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Crea una aplicación Android con Java y una actividad vacía. Agrega ksoap2-android y configura el acceso al servicio SOAP en localhost:8080.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figuración del proyecto y dependencia cliente">
            <a:extLst xmlns:a="http://schemas.openxmlformats.org/drawingml/2006/main"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75" y="5528800"/>
            <a:ext cx="4335775" cy="59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proyecto y dependencia cliente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reación de actividad Android">
            <a:extLst xmlns:a="http://schemas.openxmlformats.org/drawingml/2006/main"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937" y="4209124"/>
            <a:ext cx="3622500" cy="191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 actividad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aptura del módulo descrito en esta diapositiva">
            <a:extLst xmlns:a="http://schemas.openxmlformats.org/drawingml/2006/main"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749" y="2402189"/>
            <a:ext cx="1606875" cy="169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del módulo descrito en esta diapositiva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560349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7" name="Google Shape;437;g2d624313899_0_157">
            <a:extLst xmlns:a="http://schemas.openxmlformats.org/drawingml/2006/main">
              <a:ext uri="{FF2B5EF4-FFF2-40B4-BE49-F238E27FC236}">
                <a16:creationId xmlns:a16="http://schemas.microsoft.com/office/drawing/2014/main" id="{F5ECD520-3D21-404F-8007-3E2CCA45EC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6F6903FF-C04B-44FB-985B-CB8C5837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9" name="Google Shape;439;g2d624313899_0_157">
            <a:extLst xmlns:a="http://schemas.openxmlformats.org/drawingml/2006/main">
              <a:ext uri="{FF2B5EF4-FFF2-40B4-BE49-F238E27FC236}">
                <a16:creationId xmlns:a16="http://schemas.microsoft.com/office/drawing/2014/main" id="{F5D7FEC4-2C82-4D8A-A780-FD4B69F1C2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5"/>
            <a:ext cx="3644100" cy="348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Estructura del Proyecto (MVC)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aplicación separa actividades de interfaz, controladores, modelos y cliente SOAP. El patrón MVC organiza el inicio de sesión y el flujo de conversión.</a:t>
            </a:r>
            <a:endParaRPr sz="1564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quetes y estructura MVC de Android">
            <a:extLst xmlns:a="http://schemas.openxmlformats.org/drawingml/2006/main"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1537" y="2559253"/>
            <a:ext cx="3225165" cy="315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Paquetes y estructura MVC de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95859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5" name="Google Shape;445;g2d624313899_0_172">
            <a:extLst xmlns:a="http://schemas.openxmlformats.org/drawingml/2006/main">
              <a:ext uri="{FF2B5EF4-FFF2-40B4-BE49-F238E27FC236}">
                <a16:creationId xmlns:a16="http://schemas.microsoft.com/office/drawing/2014/main" id="{F85678A6-4D24-4CE4-B32A-40ED3205B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FB8B1D4A-14C8-4AF6-AD84-8EDDD8CF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7" name="Google Shape;447;g2d624313899_0_172">
            <a:extLst xmlns:a="http://schemas.openxmlformats.org/drawingml/2006/main">
              <a:ext uri="{FF2B5EF4-FFF2-40B4-BE49-F238E27FC236}">
                <a16:creationId xmlns:a16="http://schemas.microsoft.com/office/drawing/2014/main" id="{AC72A9B5-96F9-41F2-B724-2F42EA1C7C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129425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Modelo: SoapClient.java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Usa ksoap2-android para construir solicitudes SOAP y procesar respuestas del servicio.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48" name="Google Shape;448;g2d624313899_0_172">
            <a:extLst xmlns:a="http://schemas.openxmlformats.org/drawingml/2006/main">
              <a:ext uri="{FF2B5EF4-FFF2-40B4-BE49-F238E27FC236}">
                <a16:creationId xmlns:a16="http://schemas.microsoft.com/office/drawing/2014/main" id="{A09311C1-6285-46FA-A77D-AB4C897427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137660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Controlador: ConversionController.java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Coordina la selección de unidades, valida los datos y solicita la conversión al endpoint SOAP.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 de conversión móvil">
            <a:extLst xmlns:a="http://schemas.openxmlformats.org/drawingml/2006/main"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0331" y="3429000"/>
            <a:ext cx="3802710" cy="28483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de conversión móvil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liente SOAP/REST del móvil">
            <a:extLst xmlns:a="http://schemas.openxmlformats.org/drawingml/2006/main"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75" y="3711388"/>
            <a:ext cx="3478914" cy="22597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SOAP/REST del móvil</a:t>
            </a:r>
          </a:p>
        </p:txBody>
      </p:sp>
    </p:spTree>
    <p:extLst>
      <p:ext uri="{BB962C8B-B14F-4D97-AF65-F5344CB8AC3E}">
        <p14:creationId xmlns:p14="http://schemas.microsoft.com/office/powerpoint/2010/main" val="8489675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g2d624313899_0_193">
            <a:extLst xmlns:a="http://schemas.openxmlformats.org/drawingml/2006/main">
              <a:ext uri="{FF2B5EF4-FFF2-40B4-BE49-F238E27FC236}">
                <a16:creationId xmlns:a16="http://schemas.microsoft.com/office/drawing/2014/main" id="{D312CE1A-1C90-4AEF-B6A9-75748D554D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27C4330C-A75C-4469-8721-AB78D6B1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7" name="Google Shape;457;g2d624313899_0_193">
            <a:extLst xmlns:a="http://schemas.openxmlformats.org/drawingml/2006/main">
              <a:ext uri="{FF2B5EF4-FFF2-40B4-BE49-F238E27FC236}">
                <a16:creationId xmlns:a16="http://schemas.microsoft.com/office/drawing/2014/main" id="{0075EBB9-EE13-4C31-94FC-3845090D4A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109" y="2047875"/>
            <a:ext cx="3888581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</a:t>
            </a:r>
            <a:r>
              <a:rPr sz="1564" b="1">
                <a:latin typeface="Cambria"/>
                <a:ea typeface="Cambria"/>
                <a:cs typeface="Cambria"/>
              </a:rPr>
              <a:t>ActividadInicioSesion.java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Solicita usuario y contraseña para acceder al conversor.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58" name="Google Shape;458;g2d624313899_0_193">
            <a:extLst xmlns:a="http://schemas.openxmlformats.org/drawingml/2006/main">
              <a:ext uri="{FF2B5EF4-FFF2-40B4-BE49-F238E27FC236}">
                <a16:creationId xmlns:a16="http://schemas.microsoft.com/office/drawing/2014/main" id="{C4F3572D-E296-40E9-8520-04F7B55531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111" y="2047875"/>
            <a:ext cx="3888581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</a:t>
            </a:r>
            <a:r>
              <a:rPr sz="1564" b="1">
                <a:latin typeface="Cambria"/>
                <a:ea typeface="Cambria"/>
                <a:cs typeface="Cambria"/>
              </a:rPr>
              <a:t>ActividadConversion.java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Permite elegir magnitud, unidades y valor para consultar el resultado.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móvil de conversión">
            <a:extLst xmlns:a="http://schemas.openxmlformats.org/drawingml/2006/main"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586" y="3395466"/>
            <a:ext cx="3346888" cy="3121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móvil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antalla móvil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27" y="3429000"/>
            <a:ext cx="3704463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AF16AE66-E542-45EF-822A-85C4C13B3E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e282378144768"/>
          <a:stretch xmlns:a="http://schemas.openxmlformats.org/drawingml/2006/main"/>
        </p:blipFill>
        <p:spPr>
          <a:xfrm xmlns:a="http://schemas.openxmlformats.org/drawingml/2006/main">
            <a:off x="1783556" y="3476625"/>
            <a:ext cx="1328738" cy="2952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404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3" name="Google Shape;493;g2d6d00c5bd2_3_16">
            <a:extLst xmlns:a="http://schemas.openxmlformats.org/drawingml/2006/main">
              <a:ext uri="{FF2B5EF4-FFF2-40B4-BE49-F238E27FC236}">
                <a16:creationId xmlns:a16="http://schemas.microsoft.com/office/drawing/2014/main" id="{0AC4C151-F15A-4592-8A6E-FBCF5B0704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68EC190D-9882-4255-A77C-7AB9B6EA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5" name="Google Shape;495;g2d6d00c5bd2_3_16">
            <a:extLst xmlns:a="http://schemas.openxmlformats.org/drawingml/2006/main">
              <a:ext uri="{FF2B5EF4-FFF2-40B4-BE49-F238E27FC236}">
                <a16:creationId xmlns:a16="http://schemas.microsoft.com/office/drawing/2014/main" id="{D5AF35AF-B410-45E1-B015-405ACE25B5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4125"/>
            <a:ext cx="8589300" cy="11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Ejecuta primero el servidor SOAP. Luego inicia la aplicación en un emulador o dispositivo Android y verifica el acceso a la dirección del host y al puerto 8080.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Ejecución en dispositivo físico">
            <a:extLst xmlns:a="http://schemas.openxmlformats.org/drawingml/2006/main"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360" y="3132224"/>
            <a:ext cx="1577205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dispositivo físico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jecución en emulador">
            <a:extLst xmlns:a="http://schemas.openxmlformats.org/drawingml/2006/main"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289" y="3132225"/>
            <a:ext cx="1720640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emulador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8495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EF264C56-A353-4F29-BB9C-7EF29B3457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66347917-7473-4613-B2EE-9338785255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A3EF38EE-CD28-4AA3-BD24-4B268E14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9921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D3C17B09-D376-465C-93A6-DC320E1851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86B04717-A15B-4187-911D-EB678CFFEB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Mantén el servidor activo antes de iniciar los clientes y prueba cada operación con valores conocidos.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Conserva sincronizados los endpoints SOAP, los modelos de solicitud y las respuestas de los cuatro clientes.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Al tomar capturas para el manual, incluye el inicio de sesión, una conversión por magnitud y la ejecución del servidor. Registra el valor enviado, las unidades y el resultado visible.</a:t>
            </a:r>
            <a:endParaRPr sz="1900"/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DFDB6348-32C8-4FFB-82C0-ACC0D78E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8666470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2026-10-28T12:05:49.1220000Z</dcterms:created>
  <dcterms:modified xsi:type="dcterms:W3CDTF">2026-10-28T12:05:49.1220000Z</dcterms:modified>
</coreProperties>
</file>