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d76ba10294703" /><Relationship Type="http://schemas.openxmlformats.org/officeDocument/2006/relationships/extended-properties" Target="/docProps/app.xml" Id="Re9a82ab695e94f7b" /><Relationship Type="http://schemas.openxmlformats.org/officeDocument/2006/relationships/officeDocument" Target="/ppt/presentation.xml" Id="Reac688711a6d4cf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6e74a5446a974db5"/>
  </p:sldMasterIdLst>
  <p:notesMasterIdLst>
    <p:notesMasterId xmlns:r="http://schemas.openxmlformats.org/officeDocument/2006/relationships" r:id="R820e3ea926634c7f"/>
  </p:notesMasterIdLst>
  <p:sldIdLst>
    <p:sldId xmlns:r="http://schemas.openxmlformats.org/officeDocument/2006/relationships" id="256" r:id="Rdefd4f96bbd04a28"/>
    <p:sldId xmlns:r="http://schemas.openxmlformats.org/officeDocument/2006/relationships" id="257" r:id="Rda4fab135bc6433d"/>
    <p:sldId xmlns:r="http://schemas.openxmlformats.org/officeDocument/2006/relationships" id="258" r:id="R329f6a92031f40f4"/>
    <p:sldId xmlns:r="http://schemas.openxmlformats.org/officeDocument/2006/relationships" id="259" r:id="R53eab7ab84134703"/>
    <p:sldId xmlns:r="http://schemas.openxmlformats.org/officeDocument/2006/relationships" id="260" r:id="R5f3a452928564e14"/>
    <p:sldId xmlns:r="http://schemas.openxmlformats.org/officeDocument/2006/relationships" id="261" r:id="R34abc7eb349c4623"/>
    <p:sldId xmlns:r="http://schemas.openxmlformats.org/officeDocument/2006/relationships" id="262" r:id="Re43028f8d6234d99"/>
    <p:sldId xmlns:r="http://schemas.openxmlformats.org/officeDocument/2006/relationships" id="263" r:id="R0ab7e2f894bd47e1"/>
    <p:sldId xmlns:r="http://schemas.openxmlformats.org/officeDocument/2006/relationships" id="264" r:id="R1f85327fe1af440b"/>
    <p:sldId xmlns:r="http://schemas.openxmlformats.org/officeDocument/2006/relationships" id="265" r:id="R70565fb78bf6451b"/>
    <p:sldId xmlns:r="http://schemas.openxmlformats.org/officeDocument/2006/relationships" id="266" r:id="Rbcf13237e2ec4767"/>
    <p:sldId xmlns:r="http://schemas.openxmlformats.org/officeDocument/2006/relationships" id="267" r:id="R8b156bf71e784b80"/>
    <p:sldId xmlns:r="http://schemas.openxmlformats.org/officeDocument/2006/relationships" id="268" r:id="R7e5b1fca6a064a69"/>
    <p:sldId xmlns:r="http://schemas.openxmlformats.org/officeDocument/2006/relationships" id="269" r:id="Rd0e65a04cc044af7"/>
    <p:sldId xmlns:r="http://schemas.openxmlformats.org/officeDocument/2006/relationships" id="270" r:id="Rc5a3e7ec8a6e4b1c"/>
    <p:sldId xmlns:r="http://schemas.openxmlformats.org/officeDocument/2006/relationships" id="271" r:id="R8196a6e9aaa84451"/>
    <p:sldId xmlns:r="http://schemas.openxmlformats.org/officeDocument/2006/relationships" id="272" r:id="Re10c6dad5dbb4b76"/>
    <p:sldId xmlns:r="http://schemas.openxmlformats.org/officeDocument/2006/relationships" id="273" r:id="R6df778d24127408b"/>
    <p:sldId xmlns:r="http://schemas.openxmlformats.org/officeDocument/2006/relationships" id="274" r:id="Rf833c71d01534c57"/>
    <p:sldId xmlns:r="http://schemas.openxmlformats.org/officeDocument/2006/relationships" id="275" r:id="Ra8d29d923ee940f0"/>
    <p:sldId xmlns:r="http://schemas.openxmlformats.org/officeDocument/2006/relationships" id="276" r:id="R150ff870da4f42a8"/>
    <p:sldId xmlns:r="http://schemas.openxmlformats.org/officeDocument/2006/relationships" id="277" r:id="R0410fe577aa44341"/>
    <p:sldId xmlns:r="http://schemas.openxmlformats.org/officeDocument/2006/relationships" id="278" r:id="R9481e6d401c54c09"/>
    <p:sldId xmlns:r="http://schemas.openxmlformats.org/officeDocument/2006/relationships" id="279" r:id="R8140d9d3f9cc4fb4"/>
    <p:sldId xmlns:r="http://schemas.openxmlformats.org/officeDocument/2006/relationships" id="280" r:id="R3ed2c52625f643e0"/>
    <p:sldId xmlns:r="http://schemas.openxmlformats.org/officeDocument/2006/relationships" id="281" r:id="Rda6665a305a34392"/>
    <p:sldId xmlns:r="http://schemas.openxmlformats.org/officeDocument/2006/relationships" id="282" r:id="R47ac016ae045416a"/>
    <p:sldId xmlns:r="http://schemas.openxmlformats.org/officeDocument/2006/relationships" id="283" r:id="R1e4d9eb99fb34891"/>
    <p:sldId xmlns:r="http://schemas.openxmlformats.org/officeDocument/2006/relationships" id="284" r:id="R4311125108b242d8"/>
    <p:sldId xmlns:r="http://schemas.openxmlformats.org/officeDocument/2006/relationships" id="285" r:id="Rd748c8a3723b4be2"/>
  </p:sldIdLst>
  <p:sldSz cx="12192000" cy="6858000"/>
  <p:notesSz cx="6858000" cy="9144000"/>
  <p:embeddedFontLst>
    <p:embeddedFont>
      <p:font typeface="Calibri"/>
      <p:regular xmlns:r="http://schemas.openxmlformats.org/officeDocument/2006/relationships" r:id="R7b612fabe3234f4d"/>
      <p:bold xmlns:r="http://schemas.openxmlformats.org/officeDocument/2006/relationships" r:id="R6281c318d2f8465b"/>
      <p:italic xmlns:r="http://schemas.openxmlformats.org/officeDocument/2006/relationships" r:id="R73c5d6f6408b451d"/>
      <p:boldItalic xmlns:r="http://schemas.openxmlformats.org/officeDocument/2006/relationships" r:id="Rb3d7975f54f345c9"/>
    </p:embeddedFont>
    <p:embeddedFont>
      <p:font typeface="Cambria"/>
      <p:regular xmlns:r="http://schemas.openxmlformats.org/officeDocument/2006/relationships" r:id="R9a0f9a3267c7499d"/>
      <p:bold xmlns:r="http://schemas.openxmlformats.org/officeDocument/2006/relationships" r:id="R75d29604b90141f9"/>
      <p:italic xmlns:r="http://schemas.openxmlformats.org/officeDocument/2006/relationships" r:id="Rd3628905fac44ca3"/>
      <p:boldItalic xmlns:r="http://schemas.openxmlformats.org/officeDocument/2006/relationships" r:id="Rb25f6035483a4803"/>
    </p:embeddedFont>
    <p:embeddedFont>
      <p:font typeface="Gill Sans"/>
      <p:regular xmlns:r="http://schemas.openxmlformats.org/officeDocument/2006/relationships" r:id="R38aa8694306d4be4"/>
      <p:bold xmlns:r="http://schemas.openxmlformats.org/officeDocument/2006/relationships" r:id="R969c8e568f5d4fe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17716c95b4efd" /><Relationship Type="http://schemas.openxmlformats.org/officeDocument/2006/relationships/slideMaster" Target="/ppt/slideMasters/slideMaster1.xml" Id="R6e74a5446a974db5" /><Relationship Type="http://schemas.openxmlformats.org/officeDocument/2006/relationships/notesMaster" Target="/ppt/notesMasters/notesMaster1.xml" Id="R820e3ea926634c7f" /><Relationship Type="http://schemas.openxmlformats.org/officeDocument/2006/relationships/presProps" Target="/ppt/presProps.xml" Id="R6ba929e5d1bd43bd" /><Relationship Type="http://schemas.openxmlformats.org/officeDocument/2006/relationships/viewProps" Target="/ppt/viewProps.xml" Id="R4045667cafd7489b" /><Relationship Type="http://schemas.openxmlformats.org/officeDocument/2006/relationships/tableStyles" Target="/ppt/tableStyles.xml" Id="Rc2476d6288e542ae" /><Relationship Type="http://schemas.openxmlformats.org/officeDocument/2006/relationships/font" Target="/ppt/fonts/font.dat" Id="R7b612fabe3234f4d" /><Relationship Type="http://schemas.openxmlformats.org/officeDocument/2006/relationships/font" Target="/ppt/fonts/font2.dat" Id="R6281c318d2f8465b" /><Relationship Type="http://schemas.openxmlformats.org/officeDocument/2006/relationships/font" Target="/ppt/fonts/font3.dat" Id="R73c5d6f6408b451d" /><Relationship Type="http://schemas.openxmlformats.org/officeDocument/2006/relationships/font" Target="/ppt/fonts/font4.dat" Id="Rb3d7975f54f345c9" /><Relationship Type="http://schemas.openxmlformats.org/officeDocument/2006/relationships/font" Target="/ppt/fonts/font5.dat" Id="R9a0f9a3267c7499d" /><Relationship Type="http://schemas.openxmlformats.org/officeDocument/2006/relationships/font" Target="/ppt/fonts/font6.dat" Id="R75d29604b90141f9" /><Relationship Type="http://schemas.openxmlformats.org/officeDocument/2006/relationships/font" Target="/ppt/fonts/font7.dat" Id="Rd3628905fac44ca3" /><Relationship Type="http://schemas.openxmlformats.org/officeDocument/2006/relationships/font" Target="/ppt/fonts/font8.dat" Id="Rb25f6035483a4803" /><Relationship Type="http://schemas.openxmlformats.org/officeDocument/2006/relationships/font" Target="/ppt/fonts/font9.dat" Id="R38aa8694306d4be4" /><Relationship Type="http://schemas.openxmlformats.org/officeDocument/2006/relationships/font" Target="/ppt/fonts/font10.dat" Id="R969c8e568f5d4fea" /><Relationship Type="http://schemas.openxmlformats.org/officeDocument/2006/relationships/slide" Target="/ppt/slides/slide1.xml" Id="Rdefd4f96bbd04a28" /><Relationship Type="http://schemas.openxmlformats.org/officeDocument/2006/relationships/slide" Target="/ppt/slides/slide2.xml" Id="Rda4fab135bc6433d" /><Relationship Type="http://schemas.openxmlformats.org/officeDocument/2006/relationships/slide" Target="/ppt/slides/slide3.xml" Id="R329f6a92031f40f4" /><Relationship Type="http://schemas.openxmlformats.org/officeDocument/2006/relationships/slide" Target="/ppt/slides/slide4.xml" Id="R53eab7ab84134703" /><Relationship Type="http://schemas.openxmlformats.org/officeDocument/2006/relationships/slide" Target="/ppt/slides/slide5.xml" Id="R5f3a452928564e14" /><Relationship Type="http://schemas.openxmlformats.org/officeDocument/2006/relationships/slide" Target="/ppt/slides/slide6.xml" Id="R34abc7eb349c4623" /><Relationship Type="http://schemas.openxmlformats.org/officeDocument/2006/relationships/slide" Target="/ppt/slides/slide7.xml" Id="Re43028f8d6234d99" /><Relationship Type="http://schemas.openxmlformats.org/officeDocument/2006/relationships/slide" Target="/ppt/slides/slide8.xml" Id="R0ab7e2f894bd47e1" /><Relationship Type="http://schemas.openxmlformats.org/officeDocument/2006/relationships/slide" Target="/ppt/slides/slide9.xml" Id="R1f85327fe1af440b" /><Relationship Type="http://schemas.openxmlformats.org/officeDocument/2006/relationships/slide" Target="/ppt/slides/slide10.xml" Id="R70565fb78bf6451b" /><Relationship Type="http://schemas.openxmlformats.org/officeDocument/2006/relationships/slide" Target="/ppt/slides/slide11.xml" Id="Rbcf13237e2ec4767" /><Relationship Type="http://schemas.openxmlformats.org/officeDocument/2006/relationships/slide" Target="/ppt/slides/slide12.xml" Id="R8b156bf71e784b80" /><Relationship Type="http://schemas.openxmlformats.org/officeDocument/2006/relationships/slide" Target="/ppt/slides/slide13.xml" Id="R7e5b1fca6a064a69" /><Relationship Type="http://schemas.openxmlformats.org/officeDocument/2006/relationships/slide" Target="/ppt/slides/slide14.xml" Id="Rd0e65a04cc044af7" /><Relationship Type="http://schemas.openxmlformats.org/officeDocument/2006/relationships/slide" Target="/ppt/slides/slide15.xml" Id="Rc5a3e7ec8a6e4b1c" /><Relationship Type="http://schemas.openxmlformats.org/officeDocument/2006/relationships/slide" Target="/ppt/slides/slide16.xml" Id="R8196a6e9aaa84451" /><Relationship Type="http://schemas.openxmlformats.org/officeDocument/2006/relationships/slide" Target="/ppt/slides/slide17.xml" Id="Re10c6dad5dbb4b76" /><Relationship Type="http://schemas.openxmlformats.org/officeDocument/2006/relationships/slide" Target="/ppt/slides/slide18.xml" Id="R6df778d24127408b" /><Relationship Type="http://schemas.openxmlformats.org/officeDocument/2006/relationships/slide" Target="/ppt/slides/slide19.xml" Id="Rf833c71d01534c57" /><Relationship Type="http://schemas.openxmlformats.org/officeDocument/2006/relationships/slide" Target="/ppt/slides/slide20.xml" Id="Ra8d29d923ee940f0" /><Relationship Type="http://schemas.openxmlformats.org/officeDocument/2006/relationships/slide" Target="/ppt/slides/slide21.xml" Id="R150ff870da4f42a8" /><Relationship Type="http://schemas.openxmlformats.org/officeDocument/2006/relationships/slide" Target="/ppt/slides/slide22.xml" Id="R0410fe577aa44341" /><Relationship Type="http://schemas.openxmlformats.org/officeDocument/2006/relationships/slide" Target="/ppt/slides/slide23.xml" Id="R9481e6d401c54c09" /><Relationship Type="http://schemas.openxmlformats.org/officeDocument/2006/relationships/slide" Target="/ppt/slides/slide24.xml" Id="R8140d9d3f9cc4fb4" /><Relationship Type="http://schemas.openxmlformats.org/officeDocument/2006/relationships/slide" Target="/ppt/slides/slide25.xml" Id="R3ed2c52625f643e0" /><Relationship Type="http://schemas.openxmlformats.org/officeDocument/2006/relationships/slide" Target="/ppt/slides/slide26.xml" Id="Rda6665a305a34392" /><Relationship Type="http://schemas.openxmlformats.org/officeDocument/2006/relationships/slide" Target="/ppt/slides/slide27.xml" Id="R47ac016ae045416a" /><Relationship Type="http://schemas.openxmlformats.org/officeDocument/2006/relationships/slide" Target="/ppt/slides/slide28.xml" Id="R1e4d9eb99fb34891" /><Relationship Type="http://schemas.openxmlformats.org/officeDocument/2006/relationships/slide" Target="/ppt/slides/slide29.xml" Id="R4311125108b242d8" /><Relationship Type="http://schemas.openxmlformats.org/officeDocument/2006/relationships/slide" Target="/ppt/slides/slide30.xml" Id="Rd748c8a3723b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d336bb0107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e8d66ef7743c4" /><Relationship Type="http://schemas.openxmlformats.org/officeDocument/2006/relationships/notesMaster" Target="/ppt/notesMasters/notesMaster1.xml" Id="R98ce8dca6b26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71623e0584391" /><Relationship Type="http://schemas.openxmlformats.org/officeDocument/2006/relationships/notesMaster" Target="/ppt/notesMasters/notesMaster1.xml" Id="R8a8ddef5ab734a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a901d426a44d9" /><Relationship Type="http://schemas.openxmlformats.org/officeDocument/2006/relationships/notesMaster" Target="/ppt/notesMasters/notesMaster1.xml" Id="R1519376b9a6d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c74bd2af140b4" /><Relationship Type="http://schemas.openxmlformats.org/officeDocument/2006/relationships/notesMaster" Target="/ppt/notesMasters/notesMaster1.xml" Id="R03c674996a83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b62e43f664a96" /><Relationship Type="http://schemas.openxmlformats.org/officeDocument/2006/relationships/notesMaster" Target="/ppt/notesMasters/notesMaster1.xml" Id="R3eed301c7336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c3ab201b04b0c" /><Relationship Type="http://schemas.openxmlformats.org/officeDocument/2006/relationships/notesMaster" Target="/ppt/notesMasters/notesMaster1.xml" Id="Rd50fba3fbf6540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d6f9eb03994ef9" /><Relationship Type="http://schemas.openxmlformats.org/officeDocument/2006/relationships/notesMaster" Target="/ppt/notesMasters/notesMaster1.xml" Id="R3039f8b423f041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2d1d04ac6f4d72" /><Relationship Type="http://schemas.openxmlformats.org/officeDocument/2006/relationships/notesMaster" Target="/ppt/notesMasters/notesMaster1.xml" Id="R2c0671b0d1c143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2ad5d896194ad4" /><Relationship Type="http://schemas.openxmlformats.org/officeDocument/2006/relationships/notesMaster" Target="/ppt/notesMasters/notesMaster1.xml" Id="R24f9c498be5342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163abf87e54621" /><Relationship Type="http://schemas.openxmlformats.org/officeDocument/2006/relationships/notesMaster" Target="/ppt/notesMasters/notesMaster1.xml" Id="R5832747f04e245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6529ccb4984047" /><Relationship Type="http://schemas.openxmlformats.org/officeDocument/2006/relationships/notesMaster" Target="/ppt/notesMasters/notesMaster1.xml" Id="Re87ca1eb51a140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7a89c831654cf3" /><Relationship Type="http://schemas.openxmlformats.org/officeDocument/2006/relationships/notesMaster" Target="/ppt/notesMasters/notesMaster1.xml" Id="R39dd87dec0104e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c1b3dfd0c44b9b" /><Relationship Type="http://schemas.openxmlformats.org/officeDocument/2006/relationships/notesMaster" Target="/ppt/notesMasters/notesMaster1.xml" Id="R19ab7faf58e943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c4b6ae2f744ee4" /><Relationship Type="http://schemas.openxmlformats.org/officeDocument/2006/relationships/notesMaster" Target="/ppt/notesMasters/notesMaster1.xml" Id="Rcc6d81b7fb3047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2a91c0a95b4a85" /><Relationship Type="http://schemas.openxmlformats.org/officeDocument/2006/relationships/notesMaster" Target="/ppt/notesMasters/notesMaster1.xml" Id="R1ca9078a450247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fcf0201e7e4444" /><Relationship Type="http://schemas.openxmlformats.org/officeDocument/2006/relationships/notesMaster" Target="/ppt/notesMasters/notesMaster1.xml" Id="Re997f2eab22342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f04b4e85d74280" /><Relationship Type="http://schemas.openxmlformats.org/officeDocument/2006/relationships/notesMaster" Target="/ppt/notesMasters/notesMaster1.xml" Id="Rf78532c27e0343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4ef2d7c6e347be" /><Relationship Type="http://schemas.openxmlformats.org/officeDocument/2006/relationships/notesMaster" Target="/ppt/notesMasters/notesMaster1.xml" Id="Rfc633b0c7cd84b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eb408f49d9465a" /><Relationship Type="http://schemas.openxmlformats.org/officeDocument/2006/relationships/notesMaster" Target="/ppt/notesMasters/notesMaster1.xml" Id="Raa18ef2fa81343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b02abd59a3419b" /><Relationship Type="http://schemas.openxmlformats.org/officeDocument/2006/relationships/notesMaster" Target="/ppt/notesMasters/notesMaster1.xml" Id="R92e99cc9e41a42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3e211694b145ca" /><Relationship Type="http://schemas.openxmlformats.org/officeDocument/2006/relationships/notesMaster" Target="/ppt/notesMasters/notesMaster1.xml" Id="Rc6949970c5b043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bbd761adbc4d99" /><Relationship Type="http://schemas.openxmlformats.org/officeDocument/2006/relationships/notesMaster" Target="/ppt/notesMasters/notesMaster1.xml" Id="Rb3fd9698d7f040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842d9e9ef04eae" /><Relationship Type="http://schemas.openxmlformats.org/officeDocument/2006/relationships/notesMaster" Target="/ppt/notesMasters/notesMaster1.xml" Id="Rc5762ab26dfe44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a277d4605c4d13" /><Relationship Type="http://schemas.openxmlformats.org/officeDocument/2006/relationships/notesMaster" Target="/ppt/notesMasters/notesMaster1.xml" Id="R564d5361ecc34ca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a4d110eb204efe" /><Relationship Type="http://schemas.openxmlformats.org/officeDocument/2006/relationships/notesMaster" Target="/ppt/notesMasters/notesMaster1.xml" Id="Rcaa371128ba54a8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d2f345a1c44f35" /><Relationship Type="http://schemas.openxmlformats.org/officeDocument/2006/relationships/notesMaster" Target="/ppt/notesMasters/notesMaster1.xml" Id="R3cf2fd0a238443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72bae3c28d4756" /><Relationship Type="http://schemas.openxmlformats.org/officeDocument/2006/relationships/notesMaster" Target="/ppt/notesMasters/notesMaster1.xml" Id="R4875f330e4564e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15828da21e4705" /><Relationship Type="http://schemas.openxmlformats.org/officeDocument/2006/relationships/notesMaster" Target="/ppt/notesMasters/notesMaster1.xml" Id="Rf25a7e680ebd4a4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bd3df9c5fd4e89" /><Relationship Type="http://schemas.openxmlformats.org/officeDocument/2006/relationships/notesMaster" Target="/ppt/notesMasters/notesMaster1.xml" Id="Rf44b7c0876154c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6b62cfb1f944f1" /><Relationship Type="http://schemas.openxmlformats.org/officeDocument/2006/relationships/notesMaster" Target="/ppt/notesMasters/notesMaster1.xml" Id="Rab006c7b7b56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7c4727a9a47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fb6c7582345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22061a0e549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a4080082640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59af7a8d041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92beb52e744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cc55a1f7a44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d06335c8e4c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38a3a244848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7e06845ee4e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27759a8704f11" /></Relationships>
</file>

<file path=ppt/slideLayouts/slideLayout1.xml><?xml version="1.0" encoding="utf-8"?>
<p:sldLayout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5">
            <a:extLst xmlns:a="http://schemas.openxmlformats.org/drawingml/2006/main">
              <a:ext uri="{FF2B5EF4-FFF2-40B4-BE49-F238E27FC236}">
                <a16:creationId xmlns:a16="http://schemas.microsoft.com/office/drawing/2014/main" id="{968564EB-5526-4731-BBB7-06069F4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4" y="3085765"/>
            <a:ext cx="11262866" cy="3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 xmlns:a="http://schemas.openxmlformats.org/drawingml/2006/main">
              <a:ext uri="{FF2B5EF4-FFF2-40B4-BE49-F238E27FC236}">
                <a16:creationId xmlns:a16="http://schemas.microsoft.com/office/drawing/2014/main" id="{48353872-0F5D-423E-9E6A-540881D05C5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81191" y="1020431"/>
            <a:ext cx="10993549" cy="147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45">
            <a:extLst xmlns:a="http://schemas.openxmlformats.org/drawingml/2006/main">
              <a:ext uri="{FF2B5EF4-FFF2-40B4-BE49-F238E27FC236}">
                <a16:creationId xmlns:a16="http://schemas.microsoft.com/office/drawing/2014/main" id="{01BD51BE-6E08-40A5-B0E5-38A485215E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1194" y="2495445"/>
            <a:ext cx="10993546" cy="59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5">
            <a:extLst xmlns:a="http://schemas.openxmlformats.org/drawingml/2006/main">
              <a:ext uri="{FF2B5EF4-FFF2-40B4-BE49-F238E27FC236}">
                <a16:creationId xmlns:a16="http://schemas.microsoft.com/office/drawing/2014/main" id="{FC3F5C35-587B-4D12-8175-ECE4C63D98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5">
            <a:extLst xmlns:a="http://schemas.openxmlformats.org/drawingml/2006/main">
              <a:ext uri="{FF2B5EF4-FFF2-40B4-BE49-F238E27FC236}">
                <a16:creationId xmlns:a16="http://schemas.microsoft.com/office/drawing/2014/main" id="{AC93CAF7-0EC7-4721-AA6F-78C5519415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45">
            <a:extLst xmlns:a="http://schemas.openxmlformats.org/drawingml/2006/main">
              <a:ext uri="{FF2B5EF4-FFF2-40B4-BE49-F238E27FC236}">
                <a16:creationId xmlns:a16="http://schemas.microsoft.com/office/drawing/2014/main" id="{1C66CE25-D79E-437A-A1B0-BFDCADF5A5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1644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6">
            <a:extLst xmlns:a="http://schemas.openxmlformats.org/drawingml/2006/main">
              <a:ext uri="{FF2B5EF4-FFF2-40B4-BE49-F238E27FC236}">
                <a16:creationId xmlns:a16="http://schemas.microsoft.com/office/drawing/2014/main" id="{8E01EBB2-D291-4412-89A7-EE1A08F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6" y="614407"/>
            <a:ext cx="11309338" cy="11892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 xmlns:a="http://schemas.openxmlformats.org/drawingml/2006/main">
              <a:ext uri="{FF2B5EF4-FFF2-40B4-BE49-F238E27FC236}">
                <a16:creationId xmlns:a16="http://schemas.microsoft.com/office/drawing/2014/main" id="{A9DDD278-3FEE-4631-AF6E-E14D96732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46">
            <a:extLst xmlns:a="http://schemas.openxmlformats.org/drawingml/2006/main">
              <a:ext uri="{FF2B5EF4-FFF2-40B4-BE49-F238E27FC236}">
                <a16:creationId xmlns:a16="http://schemas.microsoft.com/office/drawing/2014/main" id="{564A4B92-3111-430D-8C2A-553107186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11029615" cy="3678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46">
            <a:extLst xmlns:a="http://schemas.openxmlformats.org/drawingml/2006/main">
              <a:ext uri="{FF2B5EF4-FFF2-40B4-BE49-F238E27FC236}">
                <a16:creationId xmlns:a16="http://schemas.microsoft.com/office/drawing/2014/main" id="{00D141D0-19B2-4DFF-BC69-CD5C44B08F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46">
            <a:extLst xmlns:a="http://schemas.openxmlformats.org/drawingml/2006/main">
              <a:ext uri="{FF2B5EF4-FFF2-40B4-BE49-F238E27FC236}">
                <a16:creationId xmlns:a16="http://schemas.microsoft.com/office/drawing/2014/main" id="{6AD2FDCC-9385-4E32-BA30-B5838A4CA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46">
            <a:extLst xmlns:a="http://schemas.openxmlformats.org/drawingml/2006/main">
              <a:ext uri="{FF2B5EF4-FFF2-40B4-BE49-F238E27FC236}">
                <a16:creationId xmlns:a16="http://schemas.microsoft.com/office/drawing/2014/main" id="{9EC6DF49-88BB-4FAC-ACB8-761839D3CD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08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7">
            <a:extLst xmlns:a="http://schemas.openxmlformats.org/drawingml/2006/main">
              <a:ext uri="{FF2B5EF4-FFF2-40B4-BE49-F238E27FC236}">
                <a16:creationId xmlns:a16="http://schemas.microsoft.com/office/drawing/2014/main" id="{3DB24132-1A58-4720-93DB-4EC0BB4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7" y="5141974"/>
            <a:ext cx="11290860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 xmlns:a="http://schemas.openxmlformats.org/drawingml/2006/main">
              <a:ext uri="{FF2B5EF4-FFF2-40B4-BE49-F238E27FC236}">
                <a16:creationId xmlns:a16="http://schemas.microsoft.com/office/drawing/2014/main" id="{5C0F936D-A1CB-417B-91E7-D69FC9DAF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3043910"/>
            <a:ext cx="11029615" cy="149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47">
            <a:extLst xmlns:a="http://schemas.openxmlformats.org/drawingml/2006/main">
              <a:ext uri="{FF2B5EF4-FFF2-40B4-BE49-F238E27FC236}">
                <a16:creationId xmlns:a16="http://schemas.microsoft.com/office/drawing/2014/main" id="{D3B75937-FCA2-4D9A-B959-29D29E5229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4541417"/>
            <a:ext cx="11029615" cy="60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47">
            <a:extLst xmlns:a="http://schemas.openxmlformats.org/drawingml/2006/main">
              <a:ext uri="{FF2B5EF4-FFF2-40B4-BE49-F238E27FC236}">
                <a16:creationId xmlns:a16="http://schemas.microsoft.com/office/drawing/2014/main" id="{B1D99E84-D862-4E23-8BF4-CE9856E311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47">
            <a:extLst xmlns:a="http://schemas.openxmlformats.org/drawingml/2006/main">
              <a:ext uri="{FF2B5EF4-FFF2-40B4-BE49-F238E27FC236}">
                <a16:creationId xmlns:a16="http://schemas.microsoft.com/office/drawing/2014/main" id="{4025721F-2E98-4B62-982D-182A7C2B27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47">
            <a:extLst xmlns:a="http://schemas.openxmlformats.org/drawingml/2006/main">
              <a:ext uri="{FF2B5EF4-FFF2-40B4-BE49-F238E27FC236}">
                <a16:creationId xmlns:a16="http://schemas.microsoft.com/office/drawing/2014/main" id="{AE44E5CB-578C-46EE-B02C-400B978BF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48">
            <a:extLst xmlns:a="http://schemas.openxmlformats.org/drawingml/2006/main">
              <a:ext uri="{FF2B5EF4-FFF2-40B4-BE49-F238E27FC236}">
                <a16:creationId xmlns:a16="http://schemas.microsoft.com/office/drawing/2014/main" id="{7D90224D-BE41-4418-A595-E04A8C6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2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 xmlns:a="http://schemas.openxmlformats.org/drawingml/2006/main">
              <a:ext uri="{FF2B5EF4-FFF2-40B4-BE49-F238E27FC236}">
                <a16:creationId xmlns:a16="http://schemas.microsoft.com/office/drawing/2014/main" id="{7FC59827-2BB6-4F3A-95BC-75C62C370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48">
            <a:extLst xmlns:a="http://schemas.openxmlformats.org/drawingml/2006/main">
              <a:ext uri="{FF2B5EF4-FFF2-40B4-BE49-F238E27FC236}">
                <a16:creationId xmlns:a16="http://schemas.microsoft.com/office/drawing/2014/main" id="{E255B842-CE29-4771-B558-953F812AE8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3" y="2228003"/>
            <a:ext cx="5422390" cy="36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48">
            <a:extLst xmlns:a="http://schemas.openxmlformats.org/drawingml/2006/main">
              <a:ext uri="{FF2B5EF4-FFF2-40B4-BE49-F238E27FC236}">
                <a16:creationId xmlns:a16="http://schemas.microsoft.com/office/drawing/2014/main" id="{573D5A86-1F8D-42EA-9684-DC9052AA27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88417" y="2228003"/>
            <a:ext cx="5422392" cy="36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48">
            <a:extLst xmlns:a="http://schemas.openxmlformats.org/drawingml/2006/main">
              <a:ext uri="{FF2B5EF4-FFF2-40B4-BE49-F238E27FC236}">
                <a16:creationId xmlns:a16="http://schemas.microsoft.com/office/drawing/2014/main" id="{491D8FBC-9DCE-415C-AF52-91C6AEB1C3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48">
            <a:extLst xmlns:a="http://schemas.openxmlformats.org/drawingml/2006/main">
              <a:ext uri="{FF2B5EF4-FFF2-40B4-BE49-F238E27FC236}">
                <a16:creationId xmlns:a16="http://schemas.microsoft.com/office/drawing/2014/main" id="{81230D22-6948-4563-9A75-E95D6B1B0C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48">
            <a:extLst xmlns:a="http://schemas.openxmlformats.org/drawingml/2006/main">
              <a:ext uri="{FF2B5EF4-FFF2-40B4-BE49-F238E27FC236}">
                <a16:creationId xmlns:a16="http://schemas.microsoft.com/office/drawing/2014/main" id="{BE044AF2-24E9-42C5-9070-45EFA583D4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49">
            <a:extLst xmlns:a="http://schemas.openxmlformats.org/drawingml/2006/main">
              <a:ext uri="{FF2B5EF4-FFF2-40B4-BE49-F238E27FC236}">
                <a16:creationId xmlns:a16="http://schemas.microsoft.com/office/drawing/2014/main" id="{D8ADA65A-068A-4168-A6C7-38BA03FF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2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 xmlns:a="http://schemas.openxmlformats.org/drawingml/2006/main">
              <a:ext uri="{FF2B5EF4-FFF2-40B4-BE49-F238E27FC236}">
                <a16:creationId xmlns:a16="http://schemas.microsoft.com/office/drawing/2014/main" id="{ECF4CE2E-9D5C-4801-A6B6-3560C5805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49">
            <a:extLst xmlns:a="http://schemas.openxmlformats.org/drawingml/2006/main">
              <a:ext uri="{FF2B5EF4-FFF2-40B4-BE49-F238E27FC236}">
                <a16:creationId xmlns:a16="http://schemas.microsoft.com/office/drawing/2014/main" id="{D767C265-CDC9-4045-AE32-5A10BBAB72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7219" y="2250892"/>
            <a:ext cx="5087075" cy="53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49">
            <a:extLst xmlns:a="http://schemas.openxmlformats.org/drawingml/2006/main">
              <a:ext uri="{FF2B5EF4-FFF2-40B4-BE49-F238E27FC236}">
                <a16:creationId xmlns:a16="http://schemas.microsoft.com/office/drawing/2014/main" id="{2661B4CD-5BB4-429E-9B81-CA23CBEF42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1194" y="2926052"/>
            <a:ext cx="5393100" cy="293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49">
            <a:extLst xmlns:a="http://schemas.openxmlformats.org/drawingml/2006/main">
              <a:ext uri="{FF2B5EF4-FFF2-40B4-BE49-F238E27FC236}">
                <a16:creationId xmlns:a16="http://schemas.microsoft.com/office/drawing/2014/main" id="{F3BED83A-A87E-4680-A7F5-39FAD32751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523735" y="2250892"/>
            <a:ext cx="5087073" cy="55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49">
            <a:extLst xmlns:a="http://schemas.openxmlformats.org/drawingml/2006/main">
              <a:ext uri="{FF2B5EF4-FFF2-40B4-BE49-F238E27FC236}">
                <a16:creationId xmlns:a16="http://schemas.microsoft.com/office/drawing/2014/main" id="{F24AF4F7-1C9D-4B9A-828C-7229A4C3E5E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17709" y="2926052"/>
            <a:ext cx="5393100" cy="293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0" name="Google Shape;50;p49">
            <a:extLst xmlns:a="http://schemas.openxmlformats.org/drawingml/2006/main">
              <a:ext uri="{FF2B5EF4-FFF2-40B4-BE49-F238E27FC236}">
                <a16:creationId xmlns:a16="http://schemas.microsoft.com/office/drawing/2014/main" id="{359DAB7F-0740-4430-B5CB-0B6B02103C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49">
            <a:extLst xmlns:a="http://schemas.openxmlformats.org/drawingml/2006/main">
              <a:ext uri="{FF2B5EF4-FFF2-40B4-BE49-F238E27FC236}">
                <a16:creationId xmlns:a16="http://schemas.microsoft.com/office/drawing/2014/main" id="{27B57B64-A841-48E6-9AF0-307C9D91B8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49">
            <a:extLst xmlns:a="http://schemas.openxmlformats.org/drawingml/2006/main">
              <a:ext uri="{FF2B5EF4-FFF2-40B4-BE49-F238E27FC236}">
                <a16:creationId xmlns:a16="http://schemas.microsoft.com/office/drawing/2014/main" id="{095EAABA-5D8F-45A5-ABB5-FFF5CC4FC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50">
            <a:extLst xmlns:a="http://schemas.openxmlformats.org/drawingml/2006/main">
              <a:ext uri="{FF2B5EF4-FFF2-40B4-BE49-F238E27FC236}">
                <a16:creationId xmlns:a16="http://schemas.microsoft.com/office/drawing/2014/main" id="{B3D2FA18-BA73-4848-9CBE-355FEBB80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50">
            <a:extLst xmlns:a="http://schemas.openxmlformats.org/drawingml/2006/main">
              <a:ext uri="{FF2B5EF4-FFF2-40B4-BE49-F238E27FC236}">
                <a16:creationId xmlns:a16="http://schemas.microsoft.com/office/drawing/2014/main" id="{E2CDBFCA-8356-4DA5-8131-1F00B7EE2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50">
            <a:extLst xmlns:a="http://schemas.openxmlformats.org/drawingml/2006/main">
              <a:ext uri="{FF2B5EF4-FFF2-40B4-BE49-F238E27FC236}">
                <a16:creationId xmlns:a16="http://schemas.microsoft.com/office/drawing/2014/main" id="{D6157DAF-751A-4FFE-A0B4-3E4D54E7E4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57" name="Google Shape;57;p50">
            <a:extLst xmlns:a="http://schemas.openxmlformats.org/drawingml/2006/main">
              <a:ext uri="{FF2B5EF4-FFF2-40B4-BE49-F238E27FC236}">
                <a16:creationId xmlns:a16="http://schemas.microsoft.com/office/drawing/2014/main" id="{97E4CFDC-F8FA-451F-A826-9FF826B3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83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 xmlns:a="http://schemas.openxmlformats.org/drawingml/2006/main">
              <a:ext uri="{FF2B5EF4-FFF2-40B4-BE49-F238E27FC236}">
                <a16:creationId xmlns:a16="http://schemas.microsoft.com/office/drawing/2014/main" id="{81B0AFAD-FCBA-4538-A406-7C09021D4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5894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51">
            <a:extLst xmlns:a="http://schemas.openxmlformats.org/drawingml/2006/main">
              <a:ext uri="{FF2B5EF4-FFF2-40B4-BE49-F238E27FC236}">
                <a16:creationId xmlns:a16="http://schemas.microsoft.com/office/drawing/2014/main" id="{F29DB4AF-4121-463B-9EA3-4DDD1EE341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51">
            <a:extLst xmlns:a="http://schemas.openxmlformats.org/drawingml/2006/main">
              <a:ext uri="{FF2B5EF4-FFF2-40B4-BE49-F238E27FC236}">
                <a16:creationId xmlns:a16="http://schemas.microsoft.com/office/drawing/2014/main" id="{6ED593FF-114D-492C-B389-45BF3C1AB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51">
            <a:extLst xmlns:a="http://schemas.openxmlformats.org/drawingml/2006/main">
              <a:ext uri="{FF2B5EF4-FFF2-40B4-BE49-F238E27FC236}">
                <a16:creationId xmlns:a16="http://schemas.microsoft.com/office/drawing/2014/main" id="{CDE5924C-52D7-46B2-8436-B9B910C3E9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52">
            <a:extLst xmlns:a="http://schemas.openxmlformats.org/drawingml/2006/main">
              <a:ext uri="{FF2B5EF4-FFF2-40B4-BE49-F238E27FC236}">
                <a16:creationId xmlns:a16="http://schemas.microsoft.com/office/drawing/2014/main" id="{30B97A25-00CB-4D7A-BF9F-78A57A4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7" y="5141973"/>
            <a:ext cx="11298200" cy="12747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 xmlns:a="http://schemas.openxmlformats.org/drawingml/2006/main">
              <a:ext uri="{FF2B5EF4-FFF2-40B4-BE49-F238E27FC236}">
                <a16:creationId xmlns:a16="http://schemas.microsoft.com/office/drawing/2014/main" id="{3009BACB-8339-4E2F-8CBC-F7D88105F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5262296"/>
            <a:ext cx="4909445" cy="68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52">
            <a:extLst xmlns:a="http://schemas.openxmlformats.org/drawingml/2006/main">
              <a:ext uri="{FF2B5EF4-FFF2-40B4-BE49-F238E27FC236}">
                <a16:creationId xmlns:a16="http://schemas.microsoft.com/office/drawing/2014/main" id="{F77D7D86-50D9-4F43-8402-BE2D41E15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7816" y="601200"/>
            <a:ext cx="11292840" cy="42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52">
            <a:extLst xmlns:a="http://schemas.openxmlformats.org/drawingml/2006/main">
              <a:ext uri="{FF2B5EF4-FFF2-40B4-BE49-F238E27FC236}">
                <a16:creationId xmlns:a16="http://schemas.microsoft.com/office/drawing/2014/main" id="{F8181783-A640-4EA6-BBAB-44B340A557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40823" y="5262296"/>
            <a:ext cx="5869987" cy="68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52">
            <a:extLst xmlns:a="http://schemas.openxmlformats.org/drawingml/2006/main">
              <a:ext uri="{FF2B5EF4-FFF2-40B4-BE49-F238E27FC236}">
                <a16:creationId xmlns:a16="http://schemas.microsoft.com/office/drawing/2014/main" id="{A8E6CF62-09BA-419C-A212-6B5DA12DF2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52">
            <a:extLst xmlns:a="http://schemas.openxmlformats.org/drawingml/2006/main">
              <a:ext uri="{FF2B5EF4-FFF2-40B4-BE49-F238E27FC236}">
                <a16:creationId xmlns:a16="http://schemas.microsoft.com/office/drawing/2014/main" id="{1AC03AC4-B43F-47ED-8113-DB326E3AA5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52">
            <a:extLst xmlns:a="http://schemas.openxmlformats.org/drawingml/2006/main">
              <a:ext uri="{FF2B5EF4-FFF2-40B4-BE49-F238E27FC236}">
                <a16:creationId xmlns:a16="http://schemas.microsoft.com/office/drawing/2014/main" id="{AA54F4D0-2E01-4CCE-A06A-1BE5ADF4D5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53">
            <a:extLst xmlns:a="http://schemas.openxmlformats.org/drawingml/2006/main">
              <a:ext uri="{FF2B5EF4-FFF2-40B4-BE49-F238E27FC236}">
                <a16:creationId xmlns:a16="http://schemas.microsoft.com/office/drawing/2014/main" id="{F804A9C8-41CE-4DEC-A3A7-E07FB2644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4693389"/>
            <a:ext cx="11029616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53">
            <a:extLst xmlns:a="http://schemas.openxmlformats.org/drawingml/2006/main">
              <a:ext uri="{FF2B5EF4-FFF2-40B4-BE49-F238E27FC236}">
                <a16:creationId xmlns:a16="http://schemas.microsoft.com/office/drawing/2014/main" id="{7E4271F5-6404-4E4A-875E-DB97CBEFED1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47817" y="599725"/>
            <a:ext cx="11290859" cy="3557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53">
            <a:extLst xmlns:a="http://schemas.openxmlformats.org/drawingml/2006/main">
              <a:ext uri="{FF2B5EF4-FFF2-40B4-BE49-F238E27FC236}">
                <a16:creationId xmlns:a16="http://schemas.microsoft.com/office/drawing/2014/main" id="{B7923ACD-E461-453D-BE81-D1C4B3F852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5260127"/>
            <a:ext cx="11029617" cy="59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53">
            <a:extLst xmlns:a="http://schemas.openxmlformats.org/drawingml/2006/main">
              <a:ext uri="{FF2B5EF4-FFF2-40B4-BE49-F238E27FC236}">
                <a16:creationId xmlns:a16="http://schemas.microsoft.com/office/drawing/2014/main" id="{64DD8367-8D91-4E5E-B7FE-9BFDB6A495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53">
            <a:extLst xmlns:a="http://schemas.openxmlformats.org/drawingml/2006/main">
              <a:ext uri="{FF2B5EF4-FFF2-40B4-BE49-F238E27FC236}">
                <a16:creationId xmlns:a16="http://schemas.microsoft.com/office/drawing/2014/main" id="{23462305-34DC-4B07-BA67-F55C6C8E49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53">
            <a:extLst xmlns:a="http://schemas.openxmlformats.org/drawingml/2006/main">
              <a:ext uri="{FF2B5EF4-FFF2-40B4-BE49-F238E27FC236}">
                <a16:creationId xmlns:a16="http://schemas.microsoft.com/office/drawing/2014/main" id="{846F29D4-7D96-4C1D-BDCE-059F6FBD87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54">
            <a:extLst xmlns:a="http://schemas.openxmlformats.org/drawingml/2006/main">
              <a:ext uri="{FF2B5EF4-FFF2-40B4-BE49-F238E27FC236}">
                <a16:creationId xmlns:a16="http://schemas.microsoft.com/office/drawing/2014/main" id="{5FEFE5D1-622F-4A97-BC6C-2BB09ACE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6" y="614407"/>
            <a:ext cx="11309338" cy="11892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 xmlns:a="http://schemas.openxmlformats.org/drawingml/2006/main">
              <a:ext uri="{FF2B5EF4-FFF2-40B4-BE49-F238E27FC236}">
                <a16:creationId xmlns:a16="http://schemas.microsoft.com/office/drawing/2014/main" id="{C54C4D1D-7DFE-4ED4-8D5C-188F90414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54">
            <a:extLst xmlns:a="http://schemas.openxmlformats.org/drawingml/2006/main">
              <a:ext uri="{FF2B5EF4-FFF2-40B4-BE49-F238E27FC236}">
                <a16:creationId xmlns:a16="http://schemas.microsoft.com/office/drawing/2014/main" id="{9AAAB29D-5FE5-413C-8335-D72CC8F3A3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334603" y="-1417408"/>
            <a:ext cx="3522794" cy="1102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54">
            <a:extLst xmlns:a="http://schemas.openxmlformats.org/drawingml/2006/main">
              <a:ext uri="{FF2B5EF4-FFF2-40B4-BE49-F238E27FC236}">
                <a16:creationId xmlns:a16="http://schemas.microsoft.com/office/drawing/2014/main" id="{93BE1601-A3AB-4BEE-B80F-23F0003F5D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54">
            <a:extLst xmlns:a="http://schemas.openxmlformats.org/drawingml/2006/main">
              <a:ext uri="{FF2B5EF4-FFF2-40B4-BE49-F238E27FC236}">
                <a16:creationId xmlns:a16="http://schemas.microsoft.com/office/drawing/2014/main" id="{56521EFC-A89B-4B28-80BB-6A0CFD6EE5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54">
            <a:extLst xmlns:a="http://schemas.openxmlformats.org/drawingml/2006/main">
              <a:ext uri="{FF2B5EF4-FFF2-40B4-BE49-F238E27FC236}">
                <a16:creationId xmlns:a16="http://schemas.microsoft.com/office/drawing/2014/main" id="{05F0C932-2027-41DB-AEE2-BF7F759E7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5">
            <a:extLst xmlns:a="http://schemas.openxmlformats.org/drawingml/2006/main">
              <a:ext uri="{FF2B5EF4-FFF2-40B4-BE49-F238E27FC236}">
                <a16:creationId xmlns:a16="http://schemas.microsoft.com/office/drawing/2014/main" id="{D58B193D-134B-4F56-A8C0-3112272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1" y="599725"/>
            <a:ext cx="2906817" cy="5816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 xmlns:a="http://schemas.openxmlformats.org/drawingml/2006/main">
              <a:ext uri="{FF2B5EF4-FFF2-40B4-BE49-F238E27FC236}">
                <a16:creationId xmlns:a16="http://schemas.microsoft.com/office/drawing/2014/main" id="{AADA3918-914F-4EE6-A7F2-1BAA9C0EF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49746" y="2265181"/>
            <a:ext cx="5183073" cy="2004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8" name="Google Shape;88;p55">
            <a:extLst xmlns:a="http://schemas.openxmlformats.org/drawingml/2006/main">
              <a:ext uri="{FF2B5EF4-FFF2-40B4-BE49-F238E27FC236}">
                <a16:creationId xmlns:a16="http://schemas.microsoft.com/office/drawing/2014/main" id="{907B6D51-DA30-47BC-A09A-B3E59B15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131526" y="-680877"/>
            <a:ext cx="5183073" cy="7896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55">
            <a:extLst xmlns:a="http://schemas.openxmlformats.org/drawingml/2006/main">
              <a:ext uri="{FF2B5EF4-FFF2-40B4-BE49-F238E27FC236}">
                <a16:creationId xmlns:a16="http://schemas.microsoft.com/office/drawing/2014/main" id="{1246E6F0-0521-4F7B-9972-C7A3F388B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993673" y="5956137"/>
            <a:ext cx="132814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55">
            <a:extLst xmlns:a="http://schemas.openxmlformats.org/drawingml/2006/main">
              <a:ext uri="{FF2B5EF4-FFF2-40B4-BE49-F238E27FC236}">
                <a16:creationId xmlns:a16="http://schemas.microsoft.com/office/drawing/2014/main" id="{10E0DDE9-9A74-4112-B2F3-BF5CB3FCE8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74923" y="5951811"/>
            <a:ext cx="789627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1" name="Google Shape;91;p55">
            <a:extLst xmlns:a="http://schemas.openxmlformats.org/drawingml/2006/main">
              <a:ext uri="{FF2B5EF4-FFF2-40B4-BE49-F238E27FC236}">
                <a16:creationId xmlns:a16="http://schemas.microsoft.com/office/drawing/2014/main" id="{55DB6300-F86A-45B5-B30B-EFB3C9CBF7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446615" y="5956137"/>
            <a:ext cx="116419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fbadba08d423b" /><Relationship Type="http://schemas.openxmlformats.org/officeDocument/2006/relationships/slideLayout" Target="/ppt/slideLayouts/slideLayout1.xml" Id="R1debc42cf9324af4" /><Relationship Type="http://schemas.openxmlformats.org/officeDocument/2006/relationships/slideLayout" Target="/ppt/slideLayouts/slideLayout2.xml" Id="R1e5ca7b64a1d4a7f" /><Relationship Type="http://schemas.openxmlformats.org/officeDocument/2006/relationships/slideLayout" Target="/ppt/slideLayouts/slideLayout3.xml" Id="Rcfaebf92d0014d21" /><Relationship Type="http://schemas.openxmlformats.org/officeDocument/2006/relationships/slideLayout" Target="/ppt/slideLayouts/slideLayout4.xml" Id="R87fc03c216df46f3" /><Relationship Type="http://schemas.openxmlformats.org/officeDocument/2006/relationships/slideLayout" Target="/ppt/slideLayouts/slideLayout5.xml" Id="R607a409d9a3a42e6" /><Relationship Type="http://schemas.openxmlformats.org/officeDocument/2006/relationships/slideLayout" Target="/ppt/slideLayouts/slideLayout6.xml" Id="R8f2672f3e0954873" /><Relationship Type="http://schemas.openxmlformats.org/officeDocument/2006/relationships/slideLayout" Target="/ppt/slideLayouts/slideLayout7.xml" Id="R895009f0bda6414f" /><Relationship Type="http://schemas.openxmlformats.org/officeDocument/2006/relationships/slideLayout" Target="/ppt/slideLayouts/slideLayout8.xml" Id="R207e5c206716442e" /><Relationship Type="http://schemas.openxmlformats.org/officeDocument/2006/relationships/slideLayout" Target="/ppt/slideLayouts/slideLayout9.xml" Id="R2e97d9911c63481f" /><Relationship Type="http://schemas.openxmlformats.org/officeDocument/2006/relationships/slideLayout" Target="/ppt/slideLayouts/slideLayout10.xml" Id="R1075a29141774dc6" /><Relationship Type="http://schemas.openxmlformats.org/officeDocument/2006/relationships/slideLayout" Target="/ppt/slideLayouts/slideLayout11.xml" Id="R0db684bffcb347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4">
            <a:extLst xmlns:a="http://schemas.openxmlformats.org/drawingml/2006/main">
              <a:ext uri="{FF2B5EF4-FFF2-40B4-BE49-F238E27FC236}">
                <a16:creationId xmlns:a16="http://schemas.microsoft.com/office/drawing/2014/main" id="{0C23057C-6DF7-49A9-899C-FE4F4135B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5124"/>
            <a:ext cx="11029616" cy="1189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44">
            <a:extLst xmlns:a="http://schemas.openxmlformats.org/drawingml/2006/main">
              <a:ext uri="{FF2B5EF4-FFF2-40B4-BE49-F238E27FC236}">
                <a16:creationId xmlns:a16="http://schemas.microsoft.com/office/drawing/2014/main" id="{C5901982-D2B4-40DA-B2AB-2938F74643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336003"/>
            <a:ext cx="11029616" cy="3522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44">
            <a:extLst xmlns:a="http://schemas.openxmlformats.org/drawingml/2006/main">
              <a:ext uri="{FF2B5EF4-FFF2-40B4-BE49-F238E27FC236}">
                <a16:creationId xmlns:a16="http://schemas.microsoft.com/office/drawing/2014/main" id="{E0F2F899-3F51-48C1-A720-35ABFD7037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9;p44">
            <a:extLst xmlns:a="http://schemas.openxmlformats.org/drawingml/2006/main">
              <a:ext uri="{FF2B5EF4-FFF2-40B4-BE49-F238E27FC236}">
                <a16:creationId xmlns:a16="http://schemas.microsoft.com/office/drawing/2014/main" id="{CE8BD0ED-AD90-4300-BA7E-A0A570A760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44">
            <a:extLst xmlns:a="http://schemas.openxmlformats.org/drawingml/2006/main">
              <a:ext uri="{FF2B5EF4-FFF2-40B4-BE49-F238E27FC236}">
                <a16:creationId xmlns:a16="http://schemas.microsoft.com/office/drawing/2014/main" id="{D99EE429-7330-443D-843D-1B67F1D11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1" name="Google Shape;11;p44">
            <a:extLst xmlns:a="http://schemas.openxmlformats.org/drawingml/2006/main">
              <a:ext uri="{FF2B5EF4-FFF2-40B4-BE49-F238E27FC236}">
                <a16:creationId xmlns:a16="http://schemas.microsoft.com/office/drawing/2014/main" id="{48316B0D-073C-40F8-BA95-EBD12CD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4" y="457200"/>
            <a:ext cx="3703320" cy="949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 xmlns:a="http://schemas.openxmlformats.org/drawingml/2006/main">
              <a:ext uri="{FF2B5EF4-FFF2-40B4-BE49-F238E27FC236}">
                <a16:creationId xmlns:a16="http://schemas.microsoft.com/office/drawing/2014/main" id="{0B652CD9-11CE-4333-88BF-96CD423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147" y="453643"/>
            <a:ext cx="3703320" cy="9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 xmlns:a="http://schemas.openxmlformats.org/drawingml/2006/main">
              <a:ext uri="{FF2B5EF4-FFF2-40B4-BE49-F238E27FC236}">
                <a16:creationId xmlns:a16="http://schemas.microsoft.com/office/drawing/2014/main" id="{B7605C73-628C-4ED5-B966-D2EEAB4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30" y="457200"/>
            <a:ext cx="37033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bc42cf9324af4"/>
    <p:sldLayoutId xmlns:r="http://schemas.openxmlformats.org/officeDocument/2006/relationships" id="2147483650" r:id="R1e5ca7b64a1d4a7f"/>
    <p:sldLayoutId xmlns:r="http://schemas.openxmlformats.org/officeDocument/2006/relationships" id="2147483651" r:id="Rcfaebf92d0014d21"/>
    <p:sldLayoutId xmlns:r="http://schemas.openxmlformats.org/officeDocument/2006/relationships" id="2147483652" r:id="R87fc03c216df46f3"/>
    <p:sldLayoutId xmlns:r="http://schemas.openxmlformats.org/officeDocument/2006/relationships" id="2147483653" r:id="R607a409d9a3a42e6"/>
    <p:sldLayoutId xmlns:r="http://schemas.openxmlformats.org/officeDocument/2006/relationships" id="2147483654" r:id="R8f2672f3e0954873"/>
    <p:sldLayoutId xmlns:r="http://schemas.openxmlformats.org/officeDocument/2006/relationships" id="2147483655" r:id="R895009f0bda6414f"/>
    <p:sldLayoutId xmlns:r="http://schemas.openxmlformats.org/officeDocument/2006/relationships" id="2147483656" r:id="R207e5c206716442e"/>
    <p:sldLayoutId xmlns:r="http://schemas.openxmlformats.org/officeDocument/2006/relationships" id="2147483657" r:id="R2e97d9911c63481f"/>
    <p:sldLayoutId xmlns:r="http://schemas.openxmlformats.org/officeDocument/2006/relationships" id="2147483658" r:id="R1075a29141774dc6"/>
    <p:sldLayoutId xmlns:r="http://schemas.openxmlformats.org/officeDocument/2006/relationships" id="2147483659" r:id="R0db684bffcb347f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b6557126143d6" /><Relationship Type="http://schemas.openxmlformats.org/officeDocument/2006/relationships/image" Target="/ppt/media/image.png" Id="R198f404591794c58" /><Relationship Type="http://schemas.openxmlformats.org/officeDocument/2006/relationships/notesSlide" Target="/ppt/notesSlides/notesSlide1.xml" Id="Rb2f46796b9e5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3f37555c243a3" /><Relationship Type="http://schemas.openxmlformats.org/officeDocument/2006/relationships/image" Target="/ppt/media/image2.png" Id="Rfadd4b339813427f" /><Relationship Type="http://schemas.openxmlformats.org/officeDocument/2006/relationships/notesSlide" Target="/ppt/notesSlides/notesSlide2.xml" Id="Rda82e2c94592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61324d39a40c7" /><Relationship Type="http://schemas.openxmlformats.org/officeDocument/2006/relationships/notesSlide" Target="/ppt/notesSlides/notesSlide3.xml" Id="R4e3460f57a6b4e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2a7d16f3ec4b91" /><Relationship Type="http://schemas.openxmlformats.org/officeDocument/2006/relationships/notesSlide" Target="/ppt/notesSlides/notesSlide4.xml" Id="Rcfcb89f5b4d442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91400139b4a75" /><Relationship Type="http://schemas.openxmlformats.org/officeDocument/2006/relationships/notesSlide" Target="/ppt/notesSlides/notesSlide5.xml" Id="Rc29deb7cff61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e7308286045d5" /><Relationship Type="http://schemas.openxmlformats.org/officeDocument/2006/relationships/notesSlide" Target="/ppt/notesSlides/notesSlide6.xml" Id="R72c815ce9c7b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eaea164824ef4" /><Relationship Type="http://schemas.openxmlformats.org/officeDocument/2006/relationships/notesSlide" Target="/ppt/notesSlides/notesSlide7.xml" Id="Rf6cc7bddf19249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912598ab24c84" /><Relationship Type="http://schemas.openxmlformats.org/officeDocument/2006/relationships/notesSlide" Target="/ppt/notesSlides/notesSlide8.xml" Id="R75f8020593b643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a6a24442e4934" /><Relationship Type="http://schemas.openxmlformats.org/officeDocument/2006/relationships/notesSlide" Target="/ppt/notesSlides/notesSlide9.xml" Id="Rd585c9b0a29649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9ceb3173294e9e" /><Relationship Type="http://schemas.openxmlformats.org/officeDocument/2006/relationships/notesSlide" Target="/ppt/notesSlides/notesSlide10.xml" Id="R6015c94e50a54d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1ce179be348a6" /><Relationship Type="http://schemas.openxmlformats.org/officeDocument/2006/relationships/notesSlide" Target="/ppt/notesSlides/notesSlide11.xml" Id="Re654157c12c040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924255c9c4240" /><Relationship Type="http://schemas.openxmlformats.org/officeDocument/2006/relationships/notesSlide" Target="/ppt/notesSlides/notesSlide12.xml" Id="R074653b9fc3841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f8f9ac9ce43bc" /><Relationship Type="http://schemas.openxmlformats.org/officeDocument/2006/relationships/notesSlide" Target="/ppt/notesSlides/notesSlide13.xml" Id="R20b71c88247347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ccdd05b394554" /><Relationship Type="http://schemas.openxmlformats.org/officeDocument/2006/relationships/notesSlide" Target="/ppt/notesSlides/notesSlide14.xml" Id="R7a6635bda65640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086e7009734935" /><Relationship Type="http://schemas.openxmlformats.org/officeDocument/2006/relationships/notesSlide" Target="/ppt/notesSlides/notesSlide15.xml" Id="Ra754bfee42ad40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93776717b14517" /><Relationship Type="http://schemas.openxmlformats.org/officeDocument/2006/relationships/notesSlide" Target="/ppt/notesSlides/notesSlide16.xml" Id="Re2cc3b54b22a4f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333e858a949d1" /><Relationship Type="http://schemas.openxmlformats.org/officeDocument/2006/relationships/notesSlide" Target="/ppt/notesSlides/notesSlide17.xml" Id="R859867af315b4e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3e5da15994c39" /><Relationship Type="http://schemas.openxmlformats.org/officeDocument/2006/relationships/notesSlide" Target="/ppt/notesSlides/notesSlide18.xml" Id="R7e07668b1b564a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feab64d6b24cbc" /><Relationship Type="http://schemas.openxmlformats.org/officeDocument/2006/relationships/notesSlide" Target="/ppt/notesSlides/notesSlide19.xml" Id="R6b9f6c3161254f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c5e28d31b4b55" /><Relationship Type="http://schemas.openxmlformats.org/officeDocument/2006/relationships/notesSlide" Target="/ppt/notesSlides/notesSlide20.xml" Id="Ra2ccace72fdb49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85833cd0284d38" /><Relationship Type="http://schemas.openxmlformats.org/officeDocument/2006/relationships/notesSlide" Target="/ppt/notesSlides/notesSlide21.xml" Id="R16935050f24745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424d36cfd49f3" /><Relationship Type="http://schemas.openxmlformats.org/officeDocument/2006/relationships/image" Target="/ppt/media/image.jpeg" Id="R3c77d9f11c34449d" /><Relationship Type="http://schemas.openxmlformats.org/officeDocument/2006/relationships/notesSlide" Target="/ppt/notesSlides/notesSlide22.xml" Id="R19e8427c569d4e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d4fc5fc7814487" /><Relationship Type="http://schemas.openxmlformats.org/officeDocument/2006/relationships/image" Target="/ppt/media/image2.jpeg" Id="Rd4948d4952794d2a" /><Relationship Type="http://schemas.openxmlformats.org/officeDocument/2006/relationships/notesSlide" Target="/ppt/notesSlides/notesSlide23.xml" Id="Rb152f999a01b4a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eae5c167f4f54" /><Relationship Type="http://schemas.openxmlformats.org/officeDocument/2006/relationships/notesSlide" Target="/ppt/notesSlides/notesSlide24.xml" Id="Rfd84cd5bb62746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563e665b6426a" /><Relationship Type="http://schemas.openxmlformats.org/officeDocument/2006/relationships/notesSlide" Target="/ppt/notesSlides/notesSlide25.xml" Id="R006b766ca1ec45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044512aae47f1" /><Relationship Type="http://schemas.openxmlformats.org/officeDocument/2006/relationships/notesSlide" Target="/ppt/notesSlides/notesSlide26.xml" Id="Re80e238cb4dc4a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32d6fc40e4a31" /><Relationship Type="http://schemas.openxmlformats.org/officeDocument/2006/relationships/notesSlide" Target="/ppt/notesSlides/notesSlide27.xml" Id="Raff079eec35c45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6b9178d62400b" /><Relationship Type="http://schemas.openxmlformats.org/officeDocument/2006/relationships/notesSlide" Target="/ppt/notesSlides/notesSlide28.xml" Id="Rf37e4099b0814b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134e27c4604aef" /><Relationship Type="http://schemas.openxmlformats.org/officeDocument/2006/relationships/notesSlide" Target="/ppt/notesSlides/notesSlide29.xml" Id="R789d820ca016468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1378ba9e4f4e14" /><Relationship Type="http://schemas.openxmlformats.org/officeDocument/2006/relationships/notesSlide" Target="/ppt/notesSlides/notesSlide30.xml" Id="Rba48c1910cf045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E1F115A4-FBF3-4B05-9C8C-2F28829A09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99226" y="3158569"/>
            <a:ext cx="10993549" cy="1578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br>
              <a:rPr>
                <a:solidFill>
                  <a:schemeClr val="lt1"/>
                </a:solidFill>
              </a:rPr>
            </a:br>
            <a:r>
              <a:rPr>
                <a:solidFill>
                  <a:schemeClr val="lt1"/>
                </a:solidFill>
              </a:rPr>
              <a:t>SOAP .NET SINBDD GR09</a:t>
            </a:r>
            <a:endParaRPr/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BA7DCB82-CE48-4808-A458-6E8029C9AC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99226" y="4572000"/>
            <a:ext cx="4261531" cy="1812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INTEGRANTES: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GRUPO 09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NRC: 36884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 xmlns:a="http://schemas.openxmlformats.org/drawingml/2006/main">
              <a:ext uri="{FF2B5EF4-FFF2-40B4-BE49-F238E27FC236}">
                <a16:creationId xmlns:a16="http://schemas.microsoft.com/office/drawing/2014/main" id="{88458169-95BC-48FB-BFD3-83FA8670BF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8f404591794c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9597" y="716302"/>
            <a:ext cx="11647502" cy="2193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">
            <a:extLst xmlns:a="http://schemas.openxmlformats.org/drawingml/2006/main">
              <a:ext uri="{FF2B5EF4-FFF2-40B4-BE49-F238E27FC236}">
                <a16:creationId xmlns:a16="http://schemas.microsoft.com/office/drawing/2014/main" id="{2BE7414D-2F5E-4ECF-813D-26560A0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99" y="5301801"/>
            <a:ext cx="4318000" cy="1235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28/10/2026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ASIGNATURA: ARQUITECTURA DE SOFTWARE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0" name="Google Shape;100;p1">
            <a:extLst xmlns:a="http://schemas.openxmlformats.org/drawingml/2006/main">
              <a:ext uri="{FF2B5EF4-FFF2-40B4-BE49-F238E27FC236}">
                <a16:creationId xmlns:a16="http://schemas.microsoft.com/office/drawing/2014/main" id="{DF7D659B-87E6-42E8-9249-A9449DB8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675" y="6474048"/>
            <a:ext cx="3743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164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BB628F1C-3BBC-45D6-876B-52EA465C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4406"/>
            <a:ext cx="12192000" cy="62435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1DDA6E69-8A1E-4340-A89E-335EC79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77" y="614407"/>
            <a:ext cx="3707477" cy="56117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097A48A1-C881-4A75-8629-B504FB7F6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6348" y="701336"/>
            <a:ext cx="3389726" cy="5424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CREACIÓN DEL SERVIDOR SOAP EN .NET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CREACIÓN DEL PROYECTO – CLIENTE CONSOLA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CREACIÓN DEL PROYECTO – CLIENTE ESCRITORIO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CREACIÓN DEL PROYECTO – CLIENTE WEB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CREACIÓN DEL PROYECTO – CLIENTE MÓVIL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</a:p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>
            <a:extLst xmlns:a="http://schemas.openxmlformats.org/drawingml/2006/main">
              <a:ext uri="{FF2B5EF4-FFF2-40B4-BE49-F238E27FC236}">
                <a16:creationId xmlns:a16="http://schemas.microsoft.com/office/drawing/2014/main" id="{9EDEC444-4CDC-418A-8B4A-AD9B8FC73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dd4b33981342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91522" y="1935576"/>
            <a:ext cx="6489819" cy="3007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2">
            <a:extLst xmlns:a="http://schemas.openxmlformats.org/drawingml/2006/main">
              <a:ext uri="{FF2B5EF4-FFF2-40B4-BE49-F238E27FC236}">
                <a16:creationId xmlns:a16="http://schemas.microsoft.com/office/drawing/2014/main" id="{B917E346-80BE-4A23-B43D-BA8851B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675" y="6474048"/>
            <a:ext cx="3743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44944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7CB803DD-D5F4-41C2-ABC3-FF0849903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BAB8F3D9-F1A4-427C-9576-73AB889161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8589441" cy="3678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OBJETIVO</a:t>
            </a: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Documentar el conversor SOAP .NET SINBDD: servidor y clientes de consola, WPF, web MVC y Android MAUI.</a:t>
            </a: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La solución usa C# y .NET 10. Autentica con Monster / Monster9 antes de convertir longitud, masa o temperatura.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135FD5C9-9297-4703-8CF9-B8DCE4AE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651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g2d6d00c5bd2_0_0">
            <a:extLst xmlns:a="http://schemas.openxmlformats.org/drawingml/2006/main">
              <a:ext uri="{FF2B5EF4-FFF2-40B4-BE49-F238E27FC236}">
                <a16:creationId xmlns:a16="http://schemas.microsoft.com/office/drawing/2014/main" id="{34A23C39-3EA9-459A-BD7C-2195FF01E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22" name="Google Shape;122;g2d6d00c5bd2_0_0">
            <a:extLst xmlns:a="http://schemas.openxmlformats.org/drawingml/2006/main">
              <a:ext uri="{FF2B5EF4-FFF2-40B4-BE49-F238E27FC236}">
                <a16:creationId xmlns:a16="http://schemas.microsoft.com/office/drawing/2014/main" id="{A35BD4E5-2F45-47AD-8D52-F7D47EA06E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180500"/>
            <a:ext cx="8589300" cy="16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2500"/>
          </a:bodyPr>
          <a:lstStyle xmlns:a="http://schemas.openxmlformats.org/drawingml/2006/main"/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29" b="1">
                <a:latin typeface="Cambria"/>
                <a:ea typeface="Cambria"/>
                <a:cs typeface="Cambria"/>
              </a:rPr>
              <a:t>1.2 CREACIÓN DEL SERVIDOR SOAP</a:t>
            </a:r>
          </a:p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sz="1929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29" b="1">
                <a:latin typeface="Cambria"/>
                <a:ea typeface="Cambria"/>
                <a:cs typeface="Cambria"/>
              </a:rPr>
              <a:t>ASP.NET Core 10 con CoreWCF 1.9.1. SOAP 1.1 en 127.0.0.1:19081.</a:t>
            </a:r>
          </a:p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29" b="1">
                <a:latin typeface="Cambria"/>
                <a:ea typeface="Cambria"/>
                <a:cs typeface="Cambria"/>
              </a:rPr>
              <a:t>Configura el entorno con ConfigurarEntornoDotNet.ps1.</a:t>
            </a:r>
          </a:p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29" b="1">
                <a:latin typeface="Cambria"/>
                <a:ea typeface="Cambria"/>
                <a:cs typeface="Cambria"/>
              </a:rPr>
              <a:t>Inicia 04. SERVIDOR\IniciarServidor.ps1.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23" name="Google Shape;123;g2d6d00c5bd2_0_0">
            <a:extLst xmlns:a="http://schemas.openxmlformats.org/drawingml/2006/main">
              <a:ext uri="{FF2B5EF4-FFF2-40B4-BE49-F238E27FC236}">
                <a16:creationId xmlns:a16="http://schemas.microsoft.com/office/drawing/2014/main" id="{0F410910-B8F6-44D5-9DDA-B142BCEE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Estructura inicial del servidor">
            <a:extLst xmlns:a="http://schemas.openxmlformats.org/drawingml/2006/main">
              <a:ext uri="{FF2B5EF4-FFF2-40B4-BE49-F238E27FC236}">
                <a16:creationId xmlns:a16="http://schemas.microsoft.com/office/drawing/2014/main" id="{8F4CF77D-59BB-4DD6-9BE8-8A7DEA0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09191"/>
            <a:ext cx="3131854" cy="21793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Estructura inicial del servidor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Configuración del endpoint y dependencias">
            <a:extLst xmlns:a="http://schemas.openxmlformats.org/drawingml/2006/main">
              <a:ext uri="{FF2B5EF4-FFF2-40B4-BE49-F238E27FC236}">
                <a16:creationId xmlns:a16="http://schemas.microsoft.com/office/drawing/2014/main" id="{C2B37573-DD7F-4CE8-A0E8-5D433887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00" y="3716772"/>
            <a:ext cx="3480507" cy="2164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Configuración del endpoint y dependencias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Proyecto .NET del servidor y archivo .csproj">
            <a:extLst xmlns:a="http://schemas.openxmlformats.org/drawingml/2006/main">
              <a:ext uri="{FF2B5EF4-FFF2-40B4-BE49-F238E27FC236}">
                <a16:creationId xmlns:a16="http://schemas.microsoft.com/office/drawing/2014/main" id="{493BDDFD-617A-44F4-8FC8-D380D1B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86" y="3724354"/>
            <a:ext cx="3249332" cy="2164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Proyecto .NET del servidor y archivo .csproj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31190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DCD3CE86-3C00-4587-81E2-D27B45D39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24C1EB65-49CA-46B0-B3B9-6AE2B43B5A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7"/>
            <a:ext cx="8589441" cy="124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313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sz="1350" b="1">
                <a:latin typeface="Cambria"/>
                <a:ea typeface="Cambria"/>
                <a:cs typeface="Cambria"/>
              </a:rPr>
              <a:t>1.2 CONTRATO SOAP</a:t>
            </a:r>
          </a:p>
          <a:p xmlns:a="http://schemas.openxmlformats.org/drawingml/2006/main">
            <a:pPr marL="342900" marR="0" lvl="0" indent="-3313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sz="1350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313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sz="1350" b="1">
                <a:latin typeface="Cambria"/>
                <a:ea typeface="Cambria"/>
                <a:cs typeface="Cambria"/>
              </a:rPr>
              <a:t>CoreWCF expone login, cambiarContrasenia y tres operaciones de conversión.</a:t>
            </a:r>
          </a:p>
          <a:p xmlns:a="http://schemas.openxmlformats.org/drawingml/2006/main">
            <a:pPr marL="342900" marR="0" lvl="0" indent="-3313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sz="1350" b="1">
                <a:latin typeface="Cambria"/>
                <a:ea typeface="Cambria"/>
                <a:cs typeface="Cambria"/>
              </a:rPr>
              <a:t>SOAP 1.1 y WSDL. El encabezado token tiene vigencia de 15 minutos.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08068EF0-457D-4FDD-8C61-74C4B6F6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Configuración del contrato y formato de respuesta">
            <a:extLst xmlns:a="http://schemas.openxmlformats.org/drawingml/2006/main">
              <a:ext uri="{FF2B5EF4-FFF2-40B4-BE49-F238E27FC236}">
                <a16:creationId xmlns:a16="http://schemas.microsoft.com/office/drawing/2014/main" id="{D46C417E-63B1-4351-91FB-17167D2A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120" y="3429000"/>
            <a:ext cx="5843760" cy="29648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Configuración del contrato y formato de respuesta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Dependencias CoreWCF y contrato SOAP">
            <a:extLst xmlns:a="http://schemas.openxmlformats.org/drawingml/2006/main">
              <a:ext uri="{FF2B5EF4-FFF2-40B4-BE49-F238E27FC236}">
                <a16:creationId xmlns:a16="http://schemas.microsoft.com/office/drawing/2014/main" id="{08E533D8-CA82-48EB-A318-4D404FD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42" y="3401152"/>
            <a:ext cx="21050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Dependencias CoreWCF y contrato SOAP</a:t>
            </a:r>
          </a:p>
        </p:txBody>
      </p:sp>
    </p:spTree>
    <p:extLst>
      <p:ext uri="{BB962C8B-B14F-4D97-AF65-F5344CB8AC3E}">
        <p14:creationId xmlns:p14="http://schemas.microsoft.com/office/powerpoint/2010/main" val="20298633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g2d624313899_0_5">
            <a:extLst xmlns:a="http://schemas.openxmlformats.org/drawingml/2006/main">
              <a:ext uri="{FF2B5EF4-FFF2-40B4-BE49-F238E27FC236}">
                <a16:creationId xmlns:a16="http://schemas.microsoft.com/office/drawing/2014/main" id="{D55CE074-BD7F-4DBB-8864-0DD2B1946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49" name="Google Shape;149;g2d624313899_0_5">
            <a:extLst xmlns:a="http://schemas.openxmlformats.org/drawingml/2006/main">
              <a:ext uri="{FF2B5EF4-FFF2-40B4-BE49-F238E27FC236}">
                <a16:creationId xmlns:a16="http://schemas.microsoft.com/office/drawing/2014/main" id="{6364A170-4889-42BA-BAC9-29C84EA0B5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180500"/>
            <a:ext cx="4557900" cy="38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sz="1677" b="1">
                <a:latin typeface="Cambria"/>
                <a:ea typeface="Cambria"/>
                <a:cs typeface="Cambria"/>
              </a:rPr>
              <a:t>ARQUITECTURA DEL SERVIDOR</a:t>
            </a:r>
          </a:p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sz="1677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sz="1677" b="1">
                <a:latin typeface="Cambria"/>
                <a:ea typeface="Cambria"/>
                <a:cs typeface="Cambria"/>
              </a:rPr>
              <a:t>Controladores publica operaciones; Servicios valida y coordina. Modelos contiene unidades y tipos de intercambio.</a:t>
            </a:r>
          </a:p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sz="1677" b="1">
                <a:latin typeface="Cambria"/>
                <a:ea typeface="Cambria"/>
                <a:cs typeface="Cambria"/>
              </a:rPr>
              <a:t>Cada conversor implementa IConversor&lt;TUnidad&gt;. Seguridad administra credenciales y tokens en memoria.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50" name="Google Shape;150;g2d624313899_0_5">
            <a:extLst xmlns:a="http://schemas.openxmlformats.org/drawingml/2006/main">
              <a:ext uri="{FF2B5EF4-FFF2-40B4-BE49-F238E27FC236}">
                <a16:creationId xmlns:a16="http://schemas.microsoft.com/office/drawing/2014/main" id="{F1375DCE-02FB-4D83-915F-DCFD6CA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Carpetas Controladores, Servicios, Modelos y Seguridad">
            <a:extLst xmlns:a="http://schemas.openxmlformats.org/drawingml/2006/main">
              <a:ext uri="{FF2B5EF4-FFF2-40B4-BE49-F238E27FC236}">
                <a16:creationId xmlns:a16="http://schemas.microsoft.com/office/drawing/2014/main" id="{D5A955C8-73DF-4A43-96ED-5C495A39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937" y="2870106"/>
            <a:ext cx="3268557" cy="2033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Carpetas Controladores, Servicios, Modelos y Seguridad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68890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g2d624313899_0_26">
            <a:extLst xmlns:a="http://schemas.openxmlformats.org/drawingml/2006/main">
              <a:ext uri="{FF2B5EF4-FFF2-40B4-BE49-F238E27FC236}">
                <a16:creationId xmlns:a16="http://schemas.microsoft.com/office/drawing/2014/main" id="{C9CA38AE-80E9-40F0-8F18-3D90A00A7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65" name="Google Shape;165;g2d624313899_0_26">
            <a:extLst xmlns:a="http://schemas.openxmlformats.org/drawingml/2006/main">
              <a:ext uri="{FF2B5EF4-FFF2-40B4-BE49-F238E27FC236}">
                <a16:creationId xmlns:a16="http://schemas.microsoft.com/office/drawing/2014/main" id="{6394B2EE-A71D-4B4D-8A9B-5F07A996D1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660" y="2108200"/>
            <a:ext cx="304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/>
                <a:ea typeface="Cambria"/>
                <a:cs typeface="Cambria"/>
              </a:rPr>
              <a:t>PUBLICACIÓN DEL SERVICIO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/>
                <a:ea typeface="Cambria"/>
                <a:cs typeface="Cambria"/>
              </a:rPr>
              <a:t>Host local: 127.0.0.1:19081.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/>
                <a:ea typeface="Cambria"/>
                <a:cs typeface="Cambria"/>
              </a:rPr>
              <a:t>Aplicacion.cs registra los componentes y configura el contrato.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/>
                <a:ea typeface="Cambria"/>
                <a:cs typeface="Cambria"/>
              </a:rPr>
              <a:t>Consulta ?wsdl en la ruta del servicio. Las operaciones protegidas exigen token SOAP.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166" name="Google Shape;166;g2d624313899_0_26">
            <a:extLst xmlns:a="http://schemas.openxmlformats.org/drawingml/2006/main">
              <a:ext uri="{FF2B5EF4-FFF2-40B4-BE49-F238E27FC236}">
                <a16:creationId xmlns:a16="http://schemas.microsoft.com/office/drawing/2014/main" id="{E01DC669-DFB6-425B-9575-AF7200B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Aplicacion.cs y registro del servidor">
            <a:extLst xmlns:a="http://schemas.openxmlformats.org/drawingml/2006/main">
              <a:ext uri="{FF2B5EF4-FFF2-40B4-BE49-F238E27FC236}">
                <a16:creationId xmlns:a16="http://schemas.microsoft.com/office/drawing/2014/main" id="{B7CF14C7-A1FB-46CD-9B06-2501C68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414" y="2817286"/>
            <a:ext cx="4441055" cy="3615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Aplicacion.cs y registro del servidor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5207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g2d624313899_0_71">
            <a:extLst xmlns:a="http://schemas.openxmlformats.org/drawingml/2006/main">
              <a:ext uri="{FF2B5EF4-FFF2-40B4-BE49-F238E27FC236}">
                <a16:creationId xmlns:a16="http://schemas.microsoft.com/office/drawing/2014/main" id="{8448EA40-25E4-4CD0-B489-EE03EF676A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89" name="Google Shape;189;g2d624313899_0_71">
            <a:extLst xmlns:a="http://schemas.openxmlformats.org/drawingml/2006/main">
              <a:ext uri="{FF2B5EF4-FFF2-40B4-BE49-F238E27FC236}">
                <a16:creationId xmlns:a16="http://schemas.microsoft.com/office/drawing/2014/main" id="{F2161DCA-3DE5-4680-8F40-481B5CF3F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4530" y="1921510"/>
            <a:ext cx="60186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190" name="Google Shape;190;g2d624313899_0_71">
            <a:extLst xmlns:a="http://schemas.openxmlformats.org/drawingml/2006/main">
              <a:ext uri="{FF2B5EF4-FFF2-40B4-BE49-F238E27FC236}">
                <a16:creationId xmlns:a16="http://schemas.microsoft.com/office/drawing/2014/main" id="{C513CD9D-F073-4344-B072-0FDFB67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Respuesta o error del servicio">
            <a:extLst xmlns:a="http://schemas.openxmlformats.org/drawingml/2006/main">
              <a:ext uri="{FF2B5EF4-FFF2-40B4-BE49-F238E27FC236}">
                <a16:creationId xmlns:a16="http://schemas.microsoft.com/office/drawing/2014/main" id="{E9114EA8-A636-4E5D-9078-2EE4448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100" y="4415104"/>
            <a:ext cx="2808980" cy="20706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Respuesta o error del servicio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Conversión de masa">
            <a:extLst xmlns:a="http://schemas.openxmlformats.org/drawingml/2006/main">
              <a:ext uri="{FF2B5EF4-FFF2-40B4-BE49-F238E27FC236}">
                <a16:creationId xmlns:a16="http://schemas.microsoft.com/office/drawing/2014/main" id="{DEA656A8-E519-47C1-AE44-5E7BD4AF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150" y="4415104"/>
            <a:ext cx="2761232" cy="217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Conversión de masa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Prueba de inicio de sesión">
            <a:extLst xmlns:a="http://schemas.openxmlformats.org/drawingml/2006/main">
              <a:ext uri="{FF2B5EF4-FFF2-40B4-BE49-F238E27FC236}">
                <a16:creationId xmlns:a16="http://schemas.microsoft.com/office/drawing/2014/main" id="{C2E3AF7B-1C5B-485E-8F00-68AB1DF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34" y="4415104"/>
            <a:ext cx="2630216" cy="2008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Prueba de inicio de sesión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APTURA PENDIENTE - Conversión de temperatura">
            <a:extLst xmlns:a="http://schemas.openxmlformats.org/drawingml/2006/main">
              <a:ext uri="{FF2B5EF4-FFF2-40B4-BE49-F238E27FC236}">
                <a16:creationId xmlns:a16="http://schemas.microsoft.com/office/drawing/2014/main" id="{C9C3B946-C4DF-42E1-81A6-50079FD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319" y="1994161"/>
            <a:ext cx="2849245" cy="2075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Conversión de temperatura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APTURA PENDIENTE - Conversión de longitud">
            <a:extLst xmlns:a="http://schemas.openxmlformats.org/drawingml/2006/main">
              <a:ext uri="{FF2B5EF4-FFF2-40B4-BE49-F238E27FC236}">
                <a16:creationId xmlns:a16="http://schemas.microsoft.com/office/drawing/2014/main" id="{D9C4CD0A-85E6-4476-8C1E-18E66A4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63" y="2724790"/>
            <a:ext cx="3776665" cy="13451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Conversión de longitud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14766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g2d624313899_0_51">
            <a:extLst xmlns:a="http://schemas.openxmlformats.org/drawingml/2006/main">
              <a:ext uri="{FF2B5EF4-FFF2-40B4-BE49-F238E27FC236}">
                <a16:creationId xmlns:a16="http://schemas.microsoft.com/office/drawing/2014/main" id="{131D65C1-FC60-4F6D-A123-ED243738B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21" name="Google Shape;221;g2d624313899_0_51">
            <a:extLst xmlns:a="http://schemas.openxmlformats.org/drawingml/2006/main">
              <a:ext uri="{FF2B5EF4-FFF2-40B4-BE49-F238E27FC236}">
                <a16:creationId xmlns:a16="http://schemas.microsoft.com/office/drawing/2014/main" id="{21EBCEC1-655A-4BBF-8959-56DA11796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032000"/>
            <a:ext cx="82455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1.3 CLIENTE CONSOLA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Cliente net10.0. Aplicacion.cs inicia ControladorConsola; MVC separa la comunicación remota.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222" name="Google Shape;222;g2d624313899_0_51">
            <a:extLst xmlns:a="http://schemas.openxmlformats.org/drawingml/2006/main">
              <a:ext uri="{FF2B5EF4-FFF2-40B4-BE49-F238E27FC236}">
                <a16:creationId xmlns:a16="http://schemas.microsoft.com/office/drawing/2014/main" id="{522B7D49-FE81-41E9-BC91-ED1C4F50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Configuración de ClienteConsolaGR09">
            <a:extLst xmlns:a="http://schemas.openxmlformats.org/drawingml/2006/main">
              <a:ext uri="{FF2B5EF4-FFF2-40B4-BE49-F238E27FC236}">
                <a16:creationId xmlns:a16="http://schemas.microsoft.com/office/drawing/2014/main" id="{3A7959C0-C4A0-43B5-A418-6987B537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34" y="3657435"/>
            <a:ext cx="4201160" cy="28454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Configuración de ClienteConsolaGR09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Proyecto net10.0 de consola">
            <a:extLst xmlns:a="http://schemas.openxmlformats.org/drawingml/2006/main">
              <a:ext uri="{FF2B5EF4-FFF2-40B4-BE49-F238E27FC236}">
                <a16:creationId xmlns:a16="http://schemas.microsoft.com/office/drawing/2014/main" id="{6398EAC1-FA1A-438E-84B6-8806E14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6" y="3674580"/>
            <a:ext cx="4144010" cy="2828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Proyecto net10.0 de consola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9174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g2d624313899_0_95">
            <a:extLst xmlns:a="http://schemas.openxmlformats.org/drawingml/2006/main">
              <a:ext uri="{FF2B5EF4-FFF2-40B4-BE49-F238E27FC236}">
                <a16:creationId xmlns:a16="http://schemas.microsoft.com/office/drawing/2014/main" id="{A8236B0F-744F-4A60-B901-8538F5671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39" name="Google Shape;239;g2d624313899_0_95">
            <a:extLst xmlns:a="http://schemas.openxmlformats.org/drawingml/2006/main">
              <a:ext uri="{FF2B5EF4-FFF2-40B4-BE49-F238E27FC236}">
                <a16:creationId xmlns:a16="http://schemas.microsoft.com/office/drawing/2014/main" id="{0D2B77EE-B35D-42A8-9F60-8F71B929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824" y="914626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Modelo del Proyecto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Los tipos de Modelos representan sesión, unidades y resultados.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240" name="Google Shape;240;g2d624313899_0_95">
            <a:extLst xmlns:a="http://schemas.openxmlformats.org/drawingml/2006/main">
              <a:ext uri="{FF2B5EF4-FFF2-40B4-BE49-F238E27FC236}">
                <a16:creationId xmlns:a16="http://schemas.microsoft.com/office/drawing/2014/main" id="{27BCD690-5580-4EB7-9EA7-B78E3C57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Google Shape;241;g2d624313899_0_95">
            <a:extLst xmlns:a="http://schemas.openxmlformats.org/drawingml/2006/main">
              <a:ext uri="{FF2B5EF4-FFF2-40B4-BE49-F238E27FC236}">
                <a16:creationId xmlns:a16="http://schemas.microsoft.com/office/drawing/2014/main" id="{E4FAA534-2BAE-45A5-9737-C88CDD7B3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59292" y="770066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Controlador del Proyecto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ControladorConsola coordina acceso, conversión y salida mediante el adaptador.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ontroladorConsola y adaptador">
            <a:extLst xmlns:a="http://schemas.openxmlformats.org/drawingml/2006/main">
              <a:ext uri="{FF2B5EF4-FFF2-40B4-BE49-F238E27FC236}">
                <a16:creationId xmlns:a16="http://schemas.microsoft.com/office/drawing/2014/main" id="{7DD048F7-291C-4466-917F-C53A7040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618" y="4064763"/>
            <a:ext cx="5172027" cy="17774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ControladorConsola y adaptador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Modelos de sesión y conversión">
            <a:extLst xmlns:a="http://schemas.openxmlformats.org/drawingml/2006/main">
              <a:ext uri="{FF2B5EF4-FFF2-40B4-BE49-F238E27FC236}">
                <a16:creationId xmlns:a16="http://schemas.microsoft.com/office/drawing/2014/main" id="{BE1FDCDF-BB08-4024-ACC0-08D4758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93" y="4064763"/>
            <a:ext cx="2955257" cy="185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Modelos de sesión y conversión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0724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g2d624313899_0_111">
            <a:extLst xmlns:a="http://schemas.openxmlformats.org/drawingml/2006/main">
              <a:ext uri="{FF2B5EF4-FFF2-40B4-BE49-F238E27FC236}">
                <a16:creationId xmlns:a16="http://schemas.microsoft.com/office/drawing/2014/main" id="{E7F874A4-1DD4-4033-88D2-0849BFE87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49" name="Google Shape;249;g2d624313899_0_111">
            <a:extLst xmlns:a="http://schemas.openxmlformats.org/drawingml/2006/main">
              <a:ext uri="{FF2B5EF4-FFF2-40B4-BE49-F238E27FC236}">
                <a16:creationId xmlns:a16="http://schemas.microsoft.com/office/drawing/2014/main" id="{90F5785A-D008-4DAD-8CFF-46DB1E4271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660" y="2921000"/>
            <a:ext cx="3429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 del Proyecto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VistaConsola solicita acceso, unidades y valor; muestra resultados y errores.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250" name="Google Shape;250;g2d624313899_0_111">
            <a:extLst xmlns:a="http://schemas.openxmlformats.org/drawingml/2006/main">
              <a:ext uri="{FF2B5EF4-FFF2-40B4-BE49-F238E27FC236}">
                <a16:creationId xmlns:a16="http://schemas.microsoft.com/office/drawing/2014/main" id="{2E742428-D56C-4D24-B1E5-0436EF5B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VistaConsola.cs y menú">
            <a:extLst xmlns:a="http://schemas.openxmlformats.org/drawingml/2006/main">
              <a:ext uri="{FF2B5EF4-FFF2-40B4-BE49-F238E27FC236}">
                <a16:creationId xmlns:a16="http://schemas.microsoft.com/office/drawing/2014/main" id="{86A93331-0F14-4AEA-961B-40B7F4D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215" y="2617179"/>
            <a:ext cx="4878474" cy="2609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VistaConsola.cs y menú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8247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Google Shape;256;g2d624313899_0_138">
            <a:extLst xmlns:a="http://schemas.openxmlformats.org/drawingml/2006/main">
              <a:ext uri="{FF2B5EF4-FFF2-40B4-BE49-F238E27FC236}">
                <a16:creationId xmlns:a16="http://schemas.microsoft.com/office/drawing/2014/main" id="{FDB0FE60-2FF5-4D5E-B834-9063CC9DF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57" name="Google Shape;257;g2d624313899_0_138">
            <a:extLst xmlns:a="http://schemas.openxmlformats.org/drawingml/2006/main">
              <a:ext uri="{FF2B5EF4-FFF2-40B4-BE49-F238E27FC236}">
                <a16:creationId xmlns:a16="http://schemas.microsoft.com/office/drawing/2014/main" id="{7BE052F9-C2D4-4B63-98FE-41AD37C42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660" y="1930400"/>
            <a:ext cx="2413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58" name="Google Shape;258;g2d624313899_0_138">
            <a:extLst xmlns:a="http://schemas.openxmlformats.org/drawingml/2006/main">
              <a:ext uri="{FF2B5EF4-FFF2-40B4-BE49-F238E27FC236}">
                <a16:creationId xmlns:a16="http://schemas.microsoft.com/office/drawing/2014/main" id="{CD92253E-DB17-43AE-8FD4-36CEB2D3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PTURA PENDIENTE - Resultado de conversión">
            <a:extLst xmlns:a="http://schemas.openxmlformats.org/drawingml/2006/main">
              <a:ext uri="{FF2B5EF4-FFF2-40B4-BE49-F238E27FC236}">
                <a16:creationId xmlns:a16="http://schemas.microsoft.com/office/drawing/2014/main" id="{708B9276-A510-45E6-9B14-51584D3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77" y="3004463"/>
            <a:ext cx="2928406" cy="264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Resultado de conversión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Selección de magnitud y unidades">
            <a:extLst xmlns:a="http://schemas.openxmlformats.org/drawingml/2006/main">
              <a:ext uri="{FF2B5EF4-FFF2-40B4-BE49-F238E27FC236}">
                <a16:creationId xmlns:a16="http://schemas.microsoft.com/office/drawing/2014/main" id="{AD0D4F79-D159-4DE7-A355-9CDF12F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647" y="3004463"/>
            <a:ext cx="2808301" cy="264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Selección de magnitud y unidades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Inicio de consola">
            <a:extLst xmlns:a="http://schemas.openxmlformats.org/drawingml/2006/main">
              <a:ext uri="{FF2B5EF4-FFF2-40B4-BE49-F238E27FC236}">
                <a16:creationId xmlns:a16="http://schemas.microsoft.com/office/drawing/2014/main" id="{7F99F7C5-D9BE-4E6B-AE75-5BFAABFD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7" y="3004463"/>
            <a:ext cx="2808061" cy="264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Inicio de consola</a:t>
            </a:r>
          </a:p>
        </p:txBody>
      </p:sp>
      <p:sp>
        <p:nvSpPr>
          <p:cNvPr id="5" name="CAPTURA PENDIENTE - Inicio de sesión válido">
            <a:extLst xmlns:a="http://schemas.openxmlformats.org/drawingml/2006/main">
              <a:ext uri="{FF2B5EF4-FFF2-40B4-BE49-F238E27FC236}">
                <a16:creationId xmlns:a16="http://schemas.microsoft.com/office/drawing/2014/main" id="{8E2476A0-8191-4A53-A3DE-FADF4D82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647" y="1933668"/>
            <a:ext cx="2868295" cy="80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Inicio de sesión válido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42039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" name="Google Shape;267;p27">
            <a:extLst xmlns:a="http://schemas.openxmlformats.org/drawingml/2006/main">
              <a:ext uri="{FF2B5EF4-FFF2-40B4-BE49-F238E27FC236}">
                <a16:creationId xmlns:a16="http://schemas.microsoft.com/office/drawing/2014/main" id="{51350784-0A0C-4BB4-BBDD-D966C2DFA6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A0BAB5F2-91DC-4BFF-A192-AEF7C335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618EB710-0150-44D2-B049-1B0B013B4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02979"/>
            <a:ext cx="8589300" cy="11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b="1">
                <a:latin typeface="Cambria"/>
                <a:ea typeface="Cambria"/>
                <a:cs typeface="Cambria"/>
              </a:rPr>
              <a:t>1.4 CLIENTE ESCRITORIO</a:t>
            </a: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b="1">
                <a:latin typeface="Cambria"/>
                <a:ea typeface="Cambria"/>
                <a:cs typeface="Cambria"/>
              </a:rPr>
              <a:t>WPF net10.0-windows. VentanaPrincipal.xaml delega operaciones en ControladorConversor.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Proyecto WPF net10.0-windows">
            <a:extLst xmlns:a="http://schemas.openxmlformats.org/drawingml/2006/main">
              <a:ext uri="{FF2B5EF4-FFF2-40B4-BE49-F238E27FC236}">
                <a16:creationId xmlns:a16="http://schemas.microsoft.com/office/drawing/2014/main" id="{D28BE577-97A7-4289-87EA-2CB1247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19" y="3270983"/>
            <a:ext cx="4144010" cy="2828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Proyecto WPF net10.0-windows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3323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0" name="Google Shape;300;g31974b856cc_0_109">
            <a:extLst xmlns:a="http://schemas.openxmlformats.org/drawingml/2006/main">
              <a:ext uri="{FF2B5EF4-FFF2-40B4-BE49-F238E27FC236}">
                <a16:creationId xmlns:a16="http://schemas.microsoft.com/office/drawing/2014/main" id="{14B27DEC-531C-40BF-9C59-0555C75C8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01" name="Google Shape;301;g31974b856cc_0_109">
            <a:extLst xmlns:a="http://schemas.openxmlformats.org/drawingml/2006/main">
              <a:ext uri="{FF2B5EF4-FFF2-40B4-BE49-F238E27FC236}">
                <a16:creationId xmlns:a16="http://schemas.microsoft.com/office/drawing/2014/main" id="{773588BB-1DE3-4BAA-922B-7F5EA2C4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g31974b856cc_0_109">
            <a:extLst xmlns:a="http://schemas.openxmlformats.org/drawingml/2006/main">
              <a:ext uri="{FF2B5EF4-FFF2-40B4-BE49-F238E27FC236}">
                <a16:creationId xmlns:a16="http://schemas.microsoft.com/office/drawing/2014/main" id="{F7BE1675-0EE6-4A12-8BF0-A7AADB88B0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>WPF organiza modelos, vistas XAML, controladores y servicios remotos mediante MVC.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2" name="CuadroTexto 11">
            <a:extLst xmlns:a="http://schemas.openxmlformats.org/drawingml/2006/main"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9" y="3269217"/>
            <a:ext cx="171215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Modelo: sesión y conversión.</a:t>
            </a:r>
            <a:endParaRPr/>
          </a:p>
        </p:txBody>
      </p:sp>
      <p:sp>
        <p:nvSpPr>
          <p:cNvPr id="19" name="CuadroTexto 18">
            <a:extLst xmlns:a="http://schemas.openxmlformats.org/drawingml/2006/main"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91" y="4553152"/>
            <a:ext cx="2633381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Controlador: comprueba sesión y llama al adaptador.</a:t>
            </a:r>
            <a:endParaRPr/>
          </a:p>
        </p:txBody>
      </p:sp>
      <p:sp>
        <p:nvSpPr>
          <p:cNvPr id="2" name="CAPTURA PENDIENTE - Carpetas MVC del escritorio">
            <a:extLst xmlns:a="http://schemas.openxmlformats.org/drawingml/2006/main">
              <a:ext uri="{FF2B5EF4-FFF2-40B4-BE49-F238E27FC236}">
                <a16:creationId xmlns:a16="http://schemas.microsoft.com/office/drawing/2014/main" id="{FC04A46C-F8FC-4B32-89E4-37F1F612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259" y="4377212"/>
            <a:ext cx="3666875" cy="235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Carpetas MVC del escritorio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Adaptador remoto del escritorio">
            <a:extLst xmlns:a="http://schemas.openxmlformats.org/drawingml/2006/main">
              <a:ext uri="{FF2B5EF4-FFF2-40B4-BE49-F238E27FC236}">
                <a16:creationId xmlns:a16="http://schemas.microsoft.com/office/drawing/2014/main" id="{8D27FDBE-3262-425D-901F-736C75C6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023" y="3893361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Adaptador remoto del escritorio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Modelos del escritorio">
            <a:extLst xmlns:a="http://schemas.openxmlformats.org/drawingml/2006/main">
              <a:ext uri="{FF2B5EF4-FFF2-40B4-BE49-F238E27FC236}">
                <a16:creationId xmlns:a16="http://schemas.microsoft.com/office/drawing/2014/main" id="{D9BA546A-1E15-4A80-AA57-994B60F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811" y="3836431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Modelos del escritorio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APTURA PENDIENTE - ControladorConversor.cs">
            <a:extLst xmlns:a="http://schemas.openxmlformats.org/drawingml/2006/main">
              <a:ext uri="{FF2B5EF4-FFF2-40B4-BE49-F238E27FC236}">
                <a16:creationId xmlns:a16="http://schemas.microsoft.com/office/drawing/2014/main" id="{B197BBDF-1B0B-4C10-9B0A-1F8D65F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311" y="2609850"/>
            <a:ext cx="3019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ControladorConversor.cs</a:t>
            </a:r>
          </a:p>
        </p:txBody>
      </p:sp>
    </p:spTree>
    <p:extLst>
      <p:ext uri="{BB962C8B-B14F-4D97-AF65-F5344CB8AC3E}">
        <p14:creationId xmlns:p14="http://schemas.microsoft.com/office/powerpoint/2010/main" val="5049950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Google Shape;308;g31974b856cc_0_128">
            <a:extLst xmlns:a="http://schemas.openxmlformats.org/drawingml/2006/main">
              <a:ext uri="{FF2B5EF4-FFF2-40B4-BE49-F238E27FC236}">
                <a16:creationId xmlns:a16="http://schemas.microsoft.com/office/drawing/2014/main" id="{4913F53B-FC3C-4B9F-933B-C757CA3FF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09" name="Google Shape;309;g31974b856cc_0_128">
            <a:extLst xmlns:a="http://schemas.openxmlformats.org/drawingml/2006/main">
              <a:ext uri="{FF2B5EF4-FFF2-40B4-BE49-F238E27FC236}">
                <a16:creationId xmlns:a16="http://schemas.microsoft.com/office/drawing/2014/main" id="{EC43A810-CD73-4BCC-AD21-1A55779E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g31974b856cc_0_128">
            <a:extLst xmlns:a="http://schemas.openxmlformats.org/drawingml/2006/main">
              <a:ext uri="{FF2B5EF4-FFF2-40B4-BE49-F238E27FC236}">
                <a16:creationId xmlns:a16="http://schemas.microsoft.com/office/drawing/2014/main" id="{8AD4129E-F1ED-4368-8FEF-711FBB6606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VentanaPrincipal.xaml contiene los controles de acceso y conversión. El código asociado gestiona eventos y actualiza la vista con resultados y errores.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VentanaPrincipal.xaml y controles WPF">
            <a:extLst xmlns:a="http://schemas.openxmlformats.org/drawingml/2006/main">
              <a:ext uri="{FF2B5EF4-FFF2-40B4-BE49-F238E27FC236}">
                <a16:creationId xmlns:a16="http://schemas.microsoft.com/office/drawing/2014/main" id="{72D8D44A-0A8E-4206-9ECA-659FC89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48" y="2831802"/>
            <a:ext cx="8424537" cy="33240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VentanaPrincipal.xaml y controles WPF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7473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g31974b856cc_0_137">
            <a:extLst xmlns:a="http://schemas.openxmlformats.org/drawingml/2006/main">
              <a:ext uri="{FF2B5EF4-FFF2-40B4-BE49-F238E27FC236}">
                <a16:creationId xmlns:a16="http://schemas.microsoft.com/office/drawing/2014/main" id="{EEFE02B4-4B12-4FAD-AA8C-CC35EBBE3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17" name="Google Shape;317;g31974b856cc_0_137">
            <a:extLst xmlns:a="http://schemas.openxmlformats.org/drawingml/2006/main">
              <a:ext uri="{FF2B5EF4-FFF2-40B4-BE49-F238E27FC236}">
                <a16:creationId xmlns:a16="http://schemas.microsoft.com/office/drawing/2014/main" id="{5A36D68A-FD85-47B3-BB13-8F0B16D7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Google Shape;318;g31974b856cc_0_137">
            <a:extLst xmlns:a="http://schemas.openxmlformats.org/drawingml/2006/main">
              <a:ext uri="{FF2B5EF4-FFF2-40B4-BE49-F238E27FC236}">
                <a16:creationId xmlns:a16="http://schemas.microsoft.com/office/drawing/2014/main" id="{1A55EA51-4EFB-434B-B64F-BBC77AB9EE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6975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Acceso del cliente WPF. Las credenciales iniciales exactas son Monster / Monster9. Una sesión válida habilita las conversiones.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Acceso del cliente WPF">
            <a:extLst xmlns:a="http://schemas.openxmlformats.org/drawingml/2006/main">
              <a:ext uri="{FF2B5EF4-FFF2-40B4-BE49-F238E27FC236}">
                <a16:creationId xmlns:a16="http://schemas.microsoft.com/office/drawing/2014/main" id="{DDBE8347-1A58-405A-86AC-1D65FA0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92" y="2329030"/>
            <a:ext cx="5218973" cy="3336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Acceso del cliente WPF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85033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Google Shape;334;g2d6d00c5bd2_2_19">
            <a:extLst xmlns:a="http://schemas.openxmlformats.org/drawingml/2006/main">
              <a:ext uri="{FF2B5EF4-FFF2-40B4-BE49-F238E27FC236}">
                <a16:creationId xmlns:a16="http://schemas.microsoft.com/office/drawing/2014/main" id="{114EAB75-8A28-4C80-BED0-5609AA45D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35" name="Google Shape;335;g2d6d00c5bd2_2_19">
            <a:extLst xmlns:a="http://schemas.openxmlformats.org/drawingml/2006/main">
              <a:ext uri="{FF2B5EF4-FFF2-40B4-BE49-F238E27FC236}">
                <a16:creationId xmlns:a16="http://schemas.microsoft.com/office/drawing/2014/main" id="{C949D696-1524-41C6-B42D-7EB44CA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Google Shape;336;g2d6d00c5bd2_2_19">
            <a:extLst xmlns:a="http://schemas.openxmlformats.org/drawingml/2006/main">
              <a:ext uri="{FF2B5EF4-FFF2-40B4-BE49-F238E27FC236}">
                <a16:creationId xmlns:a16="http://schemas.microsoft.com/office/drawing/2014/main" id="{65E61403-BBA6-482F-9C1C-8950E64258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91950" y="2411875"/>
            <a:ext cx="32289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Selecciona magnitud y unidades e ingresa el valor. ControladorConversor solicita la operación al servicio y devuelve el resultado a la ventana.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onversión desde WPF">
            <a:extLst xmlns:a="http://schemas.openxmlformats.org/drawingml/2006/main">
              <a:ext uri="{FF2B5EF4-FFF2-40B4-BE49-F238E27FC236}">
                <a16:creationId xmlns:a16="http://schemas.microsoft.com/office/drawing/2014/main" id="{E5A38DE0-325D-4447-9F55-51FC2D25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03" y="2513572"/>
            <a:ext cx="3898097" cy="311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Conversión desde WPF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2925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Google Shape;342;p32">
            <a:extLst xmlns:a="http://schemas.openxmlformats.org/drawingml/2006/main">
              <a:ext uri="{FF2B5EF4-FFF2-40B4-BE49-F238E27FC236}">
                <a16:creationId xmlns:a16="http://schemas.microsoft.com/office/drawing/2014/main" id="{198B3703-4AC0-4437-AE54-210B7CBBB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43" name="Google Shape;343;p32">
            <a:extLst xmlns:a="http://schemas.openxmlformats.org/drawingml/2006/main">
              <a:ext uri="{FF2B5EF4-FFF2-40B4-BE49-F238E27FC236}">
                <a16:creationId xmlns:a16="http://schemas.microsoft.com/office/drawing/2014/main" id="{430705D1-EE08-45CF-AB47-E58A7E0D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Google Shape;344;p32">
            <a:extLst xmlns:a="http://schemas.openxmlformats.org/drawingml/2006/main">
              <a:ext uri="{FF2B5EF4-FFF2-40B4-BE49-F238E27FC236}">
                <a16:creationId xmlns:a16="http://schemas.microsoft.com/office/drawing/2014/main" id="{73DCD55A-CD50-4B03-B9EB-6BFFF0D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0" y="1868348"/>
            <a:ext cx="8576700" cy="18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1.5 CLIENTE WEB</a:t>
            </a: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ASP.NET Core MVC utiliza ControladorInicio, modelos, vistas Razor y un adaptador en Servicios.</a:t>
            </a: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perfil de lanzamiento escucha en http://127.0.0.1:5080.</a:t>
            </a:r>
            <a:endParaRPr sz="2000">
              <a:solidFill>
                <a:srgbClr val="3D3D3D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Aplicacion.cs y configuración de sesión">
            <a:extLst xmlns:a="http://schemas.openxmlformats.org/drawingml/2006/main">
              <a:ext uri="{FF2B5EF4-FFF2-40B4-BE49-F238E27FC236}">
                <a16:creationId xmlns:a16="http://schemas.microsoft.com/office/drawing/2014/main" id="{16593287-0CEF-49B8-974F-2F1AE8A0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999" y="3524211"/>
            <a:ext cx="4959666" cy="3037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Aplicacion.cs y configuración de sesión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Estructura ASP.NET Core MVC">
            <a:extLst xmlns:a="http://schemas.openxmlformats.org/drawingml/2006/main">
              <a:ext uri="{FF2B5EF4-FFF2-40B4-BE49-F238E27FC236}">
                <a16:creationId xmlns:a16="http://schemas.microsoft.com/office/drawing/2014/main" id="{9547CBA9-C1D8-4B24-853B-4A2AF89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56" y="3839056"/>
            <a:ext cx="2095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Estructura ASP.NET Core MVC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580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6" name="Google Shape;376;g319782968e5_0_88">
            <a:extLst xmlns:a="http://schemas.openxmlformats.org/drawingml/2006/main">
              <a:ext uri="{FF2B5EF4-FFF2-40B4-BE49-F238E27FC236}">
                <a16:creationId xmlns:a16="http://schemas.microsoft.com/office/drawing/2014/main" id="{4C73FE76-010F-48A3-B1BC-5EAEE4566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77" name="Google Shape;377;g319782968e5_0_88">
            <a:extLst xmlns:a="http://schemas.openxmlformats.org/drawingml/2006/main">
              <a:ext uri="{FF2B5EF4-FFF2-40B4-BE49-F238E27FC236}">
                <a16:creationId xmlns:a16="http://schemas.microsoft.com/office/drawing/2014/main" id="{39B6209C-3ECD-4DEC-8FC8-9E79A6B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Google Shape;378;g319782968e5_0_88">
            <a:extLst xmlns:a="http://schemas.openxmlformats.org/drawingml/2006/main">
              <a:ext uri="{FF2B5EF4-FFF2-40B4-BE49-F238E27FC236}">
                <a16:creationId xmlns:a16="http://schemas.microsoft.com/office/drawing/2014/main" id="{0A0CAA98-0463-48E9-9830-11AB97977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444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Inicio.cshtml presenta conversión y cambio de contraseña cuando la sesión está activa. ControladorInicio coordina las acciones con ClienteSOAP.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17" y="4185628"/>
            <a:ext cx="2624418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formulario Razor llama a la acción MVC y muestra el resultado.</a:t>
            </a:r>
            <a:endParaRPr/>
          </a:p>
        </p:txBody>
      </p:sp>
      <p:sp>
        <p:nvSpPr>
          <p:cNvPr id="2" name="CAPTURA PENDIENTE - Controlador y respuesta de conversión">
            <a:extLst xmlns:a="http://schemas.openxmlformats.org/drawingml/2006/main">
              <a:ext uri="{FF2B5EF4-FFF2-40B4-BE49-F238E27FC236}">
                <a16:creationId xmlns:a16="http://schemas.microsoft.com/office/drawing/2014/main" id="{406C6AF6-33CF-47B3-8FB5-DCC2D1E1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277" y="3132944"/>
            <a:ext cx="3959600" cy="35453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Controlador y respuesta de conversión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Formulario Razor de conversión">
            <a:extLst xmlns:a="http://schemas.openxmlformats.org/drawingml/2006/main">
              <a:ext uri="{FF2B5EF4-FFF2-40B4-BE49-F238E27FC236}">
                <a16:creationId xmlns:a16="http://schemas.microsoft.com/office/drawing/2014/main" id="{5F4C8FCF-4366-4C4F-9FAD-C323C0C2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68" y="3132944"/>
            <a:ext cx="1448002" cy="905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Formulario Razor de conversión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83779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g319782968e5_0_73">
            <a:extLst xmlns:a="http://schemas.openxmlformats.org/drawingml/2006/main">
              <a:ext uri="{FF2B5EF4-FFF2-40B4-BE49-F238E27FC236}">
                <a16:creationId xmlns:a16="http://schemas.microsoft.com/office/drawing/2014/main" id="{B7B35468-944B-4EF6-BAC2-C4640C4CB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85" name="Google Shape;385;g319782968e5_0_73">
            <a:extLst xmlns:a="http://schemas.openxmlformats.org/drawingml/2006/main">
              <a:ext uri="{FF2B5EF4-FFF2-40B4-BE49-F238E27FC236}">
                <a16:creationId xmlns:a16="http://schemas.microsoft.com/office/drawing/2014/main" id="{57F8F33F-7E5C-4EA9-AAEC-6870A0C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Google Shape;386;g319782968e5_0_73">
            <a:extLst xmlns:a="http://schemas.openxmlformats.org/drawingml/2006/main">
              <a:ext uri="{FF2B5EF4-FFF2-40B4-BE49-F238E27FC236}">
                <a16:creationId xmlns:a16="http://schemas.microsoft.com/office/drawing/2014/main" id="{9977511B-F705-4D1E-8E0C-5A0C0A25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>La sección de acceso de Inicio.cshtml envía credenciales a IniciarSesion. El controlador guarda el token en la sesión HTTP.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Formulario Razor de acceso">
            <a:extLst xmlns:a="http://schemas.openxmlformats.org/drawingml/2006/main">
              <a:ext uri="{FF2B5EF4-FFF2-40B4-BE49-F238E27FC236}">
                <a16:creationId xmlns:a16="http://schemas.microsoft.com/office/drawing/2014/main" id="{D3F36737-3CBD-4B2C-B211-D67B93A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0" y="2850777"/>
            <a:ext cx="4143559" cy="3708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Formulario Razor de acceso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0828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Google Shape;400;g319782968e5_0_112">
            <a:extLst xmlns:a="http://schemas.openxmlformats.org/drawingml/2006/main">
              <a:ext uri="{FF2B5EF4-FFF2-40B4-BE49-F238E27FC236}">
                <a16:creationId xmlns:a16="http://schemas.microsoft.com/office/drawing/2014/main" id="{EACAE00B-5D28-4E4B-A80C-B83B9D85D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01" name="Google Shape;401;g319782968e5_0_112">
            <a:extLst xmlns:a="http://schemas.openxmlformats.org/drawingml/2006/main">
              <a:ext uri="{FF2B5EF4-FFF2-40B4-BE49-F238E27FC236}">
                <a16:creationId xmlns:a16="http://schemas.microsoft.com/office/drawing/2014/main" id="{B92AF7F5-3379-4736-83C1-FCEC20F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Google Shape;402;g319782968e5_0_112">
            <a:extLst xmlns:a="http://schemas.openxmlformats.org/drawingml/2006/main">
              <a:ext uri="{FF2B5EF4-FFF2-40B4-BE49-F238E27FC236}">
                <a16:creationId xmlns:a16="http://schemas.microsoft.com/office/drawing/2014/main" id="{0BCB2309-51BD-4288-80CF-EC364170A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9100" y="1913200"/>
            <a:ext cx="8038500" cy="18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Inicia primero el servidor y después el cliente web. Abre http://127.0.0.1:5080 y revisa la pantalla de acceso antes de convertir.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liente web ejecutándose">
            <a:extLst xmlns:a="http://schemas.openxmlformats.org/drawingml/2006/main">
              <a:ext uri="{FF2B5EF4-FFF2-40B4-BE49-F238E27FC236}">
                <a16:creationId xmlns:a16="http://schemas.microsoft.com/office/drawing/2014/main" id="{20B3726C-F6B4-45C9-AC26-56D387A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268" y="3257334"/>
            <a:ext cx="3200847" cy="3086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Cliente web ejecutándose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86990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Google Shape;410;g319782968e5_0_135">
            <a:extLst xmlns:a="http://schemas.openxmlformats.org/drawingml/2006/main">
              <a:ext uri="{FF2B5EF4-FFF2-40B4-BE49-F238E27FC236}">
                <a16:creationId xmlns:a16="http://schemas.microsoft.com/office/drawing/2014/main" id="{88313E77-EF74-4CFA-A557-4051828065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11" name="Google Shape;411;g319782968e5_0_135">
            <a:extLst xmlns:a="http://schemas.openxmlformats.org/drawingml/2006/main">
              <a:ext uri="{FF2B5EF4-FFF2-40B4-BE49-F238E27FC236}">
                <a16:creationId xmlns:a16="http://schemas.microsoft.com/office/drawing/2014/main" id="{2A0AAD9E-B6A2-4502-A330-69A56B3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Google Shape;412;g319782968e5_0_135">
            <a:extLst xmlns:a="http://schemas.openxmlformats.org/drawingml/2006/main">
              <a:ext uri="{FF2B5EF4-FFF2-40B4-BE49-F238E27FC236}">
                <a16:creationId xmlns:a16="http://schemas.microsoft.com/office/drawing/2014/main" id="{605A6B7C-4A62-4864-B703-FD6104FDF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6975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Inicia sesión con Monster / Monster9. Si el token caduca, vuelve a autenticarte antes de solicitar una conversión.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Inicio de sesión web">
            <a:extLst xmlns:a="http://schemas.openxmlformats.org/drawingml/2006/main">
              <a:ext uri="{FF2B5EF4-FFF2-40B4-BE49-F238E27FC236}">
                <a16:creationId xmlns:a16="http://schemas.microsoft.com/office/drawing/2014/main" id="{EF175D66-5604-41C8-8DB4-58DDF5F7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9" y="2523935"/>
            <a:ext cx="5399437" cy="3695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F560E727-8B89-4270-A36F-299643D1D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7d9f11c34449d"/>
          <a:stretch xmlns:a="http://schemas.openxmlformats.org/drawingml/2006/main"/>
        </p:blipFill>
        <p:spPr>
          <a:xfrm xmlns:a="http://schemas.openxmlformats.org/drawingml/2006/main">
            <a:off x="1374102" y="2590610"/>
            <a:ext cx="4257909" cy="35620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000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Google Shape;418;g319782968e5_0_123">
            <a:extLst xmlns:a="http://schemas.openxmlformats.org/drawingml/2006/main">
              <a:ext uri="{FF2B5EF4-FFF2-40B4-BE49-F238E27FC236}">
                <a16:creationId xmlns:a16="http://schemas.microsoft.com/office/drawing/2014/main" id="{820DA4AD-DE3F-4BC1-966D-67B05881B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19" name="Google Shape;419;g319782968e5_0_123">
            <a:extLst xmlns:a="http://schemas.openxmlformats.org/drawingml/2006/main">
              <a:ext uri="{FF2B5EF4-FFF2-40B4-BE49-F238E27FC236}">
                <a16:creationId xmlns:a16="http://schemas.microsoft.com/office/drawing/2014/main" id="{A95F259C-60E1-421B-A7A5-3D8646F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Google Shape;420;g319782968e5_0_123">
            <a:extLst xmlns:a="http://schemas.openxmlformats.org/drawingml/2006/main">
              <a:ext uri="{FF2B5EF4-FFF2-40B4-BE49-F238E27FC236}">
                <a16:creationId xmlns:a16="http://schemas.microsoft.com/office/drawing/2014/main" id="{B4CCD788-229F-49BC-91BB-F75CE255B5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La vista permite seleccionar longitud, masa o temperatura. El catálogo actual contiene siete unidades de longitud, siete de masa y seis de temperatura.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onversión desde el navegador">
            <a:extLst xmlns:a="http://schemas.openxmlformats.org/drawingml/2006/main">
              <a:ext uri="{FF2B5EF4-FFF2-40B4-BE49-F238E27FC236}">
                <a16:creationId xmlns:a16="http://schemas.microsoft.com/office/drawing/2014/main" id="{CF652FE7-A338-4840-BAF2-EB38435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937" y="2381060"/>
            <a:ext cx="5399437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0B1B9D7-CA0F-4DE4-AC20-C7E4E2E76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48d4952794d2a"/>
          <a:stretch xmlns:a="http://schemas.openxmlformats.org/drawingml/2006/main"/>
        </p:blipFill>
        <p:spPr>
          <a:xfrm xmlns:a="http://schemas.openxmlformats.org/drawingml/2006/main">
            <a:off x="4794153" y="2447735"/>
            <a:ext cx="3185005" cy="3676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37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Google Shape;426;p37">
            <a:extLst xmlns:a="http://schemas.openxmlformats.org/drawingml/2006/main">
              <a:ext uri="{FF2B5EF4-FFF2-40B4-BE49-F238E27FC236}">
                <a16:creationId xmlns:a16="http://schemas.microsoft.com/office/drawing/2014/main" id="{DBC922AC-4E5E-437A-A68A-3439A73402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27" name="Google Shape;427;p37">
            <a:extLst xmlns:a="http://schemas.openxmlformats.org/drawingml/2006/main">
              <a:ext uri="{FF2B5EF4-FFF2-40B4-BE49-F238E27FC236}">
                <a16:creationId xmlns:a16="http://schemas.microsoft.com/office/drawing/2014/main" id="{D7F134A6-B02C-4A62-8BA1-4C2D80A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Google Shape;428;p37">
            <a:extLst xmlns:a="http://schemas.openxmlformats.org/drawingml/2006/main">
              <a:ext uri="{FF2B5EF4-FFF2-40B4-BE49-F238E27FC236}">
                <a16:creationId xmlns:a16="http://schemas.microsoft.com/office/drawing/2014/main" id="{77970C37-3F36-4D59-BA29-BD6C7EB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75" y="1921878"/>
            <a:ext cx="8576700" cy="7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429" name="Google Shape;429;p37">
            <a:extLst xmlns:a="http://schemas.openxmlformats.org/drawingml/2006/main">
              <a:ext uri="{FF2B5EF4-FFF2-40B4-BE49-F238E27FC236}">
                <a16:creationId xmlns:a16="http://schemas.microsoft.com/office/drawing/2014/main" id="{EDC86B0F-1873-46C9-BA89-59E4E3789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253923"/>
            <a:ext cx="41781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La aplicación es .NET MAUI con XAML y C#, destino net10.0-android. Usa el SDK Android y JDK configurados por el proyecto.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El emulador accede al equipo anfitrión con 10.0.2.2; revisa la URL del adaptador.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Proyecto .NET MAUI Android">
            <a:extLst xmlns:a="http://schemas.openxmlformats.org/drawingml/2006/main">
              <a:ext uri="{FF2B5EF4-FFF2-40B4-BE49-F238E27FC236}">
                <a16:creationId xmlns:a16="http://schemas.microsoft.com/office/drawing/2014/main" id="{7FA02659-968B-436E-8575-1E22FA0E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75" y="5528800"/>
            <a:ext cx="4335775" cy="59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Proyecto .NET MAUI Android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Configuración Android y net10.0-android">
            <a:extLst xmlns:a="http://schemas.openxmlformats.org/drawingml/2006/main">
              <a:ext uri="{FF2B5EF4-FFF2-40B4-BE49-F238E27FC236}">
                <a16:creationId xmlns:a16="http://schemas.microsoft.com/office/drawing/2014/main" id="{41284340-73FC-4346-8B2A-67FE8EF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937" y="4209124"/>
            <a:ext cx="3622500" cy="191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Configuración Android y net10.0-android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SDK Manager y emulador Android">
            <a:extLst xmlns:a="http://schemas.openxmlformats.org/drawingml/2006/main">
              <a:ext uri="{FF2B5EF4-FFF2-40B4-BE49-F238E27FC236}">
                <a16:creationId xmlns:a16="http://schemas.microsoft.com/office/drawing/2014/main" id="{4C801D5B-CB78-4EE0-B2EB-3BF11E28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749" y="2402189"/>
            <a:ext cx="1606875" cy="169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SDK Manager y emulador Android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201912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g2d624313899_0_157">
            <a:extLst xmlns:a="http://schemas.openxmlformats.org/drawingml/2006/main">
              <a:ext uri="{FF2B5EF4-FFF2-40B4-BE49-F238E27FC236}">
                <a16:creationId xmlns:a16="http://schemas.microsoft.com/office/drawing/2014/main" id="{D39B0CDE-00B4-49BF-83AD-69B94A18E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38" name="Google Shape;438;g2d624313899_0_157">
            <a:extLst xmlns:a="http://schemas.openxmlformats.org/drawingml/2006/main">
              <a:ext uri="{FF2B5EF4-FFF2-40B4-BE49-F238E27FC236}">
                <a16:creationId xmlns:a16="http://schemas.microsoft.com/office/drawing/2014/main" id="{B5B26C3F-2EFD-4190-8468-BAF05216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Google Shape;439;g2d624313899_0_157">
            <a:extLst xmlns:a="http://schemas.openxmlformats.org/drawingml/2006/main">
              <a:ext uri="{FF2B5EF4-FFF2-40B4-BE49-F238E27FC236}">
                <a16:creationId xmlns:a16="http://schemas.microsoft.com/office/drawing/2014/main" id="{E0AA7EE0-773B-439F-8E00-CF029396F8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253925"/>
            <a:ext cx="3644100" cy="3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Estructura del Proyecto (MVC)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Modelos representa datos y sesión. Vistas contiene PaginaPrincipal.xaml; Controladores coordina el flujo y Servicios contiene el adaptador.</a:t>
            </a:r>
            <a:endParaRPr sz="1564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arpetas MVC del móvil">
            <a:extLst xmlns:a="http://schemas.openxmlformats.org/drawingml/2006/main">
              <a:ext uri="{FF2B5EF4-FFF2-40B4-BE49-F238E27FC236}">
                <a16:creationId xmlns:a16="http://schemas.microsoft.com/office/drawing/2014/main" id="{36702E61-9B71-4603-BAD8-1C10AD27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537" y="2559253"/>
            <a:ext cx="3225165" cy="315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Carpetas MVC del móvil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9339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5" name="Google Shape;445;g2d624313899_0_172">
            <a:extLst xmlns:a="http://schemas.openxmlformats.org/drawingml/2006/main">
              <a:ext uri="{FF2B5EF4-FFF2-40B4-BE49-F238E27FC236}">
                <a16:creationId xmlns:a16="http://schemas.microsoft.com/office/drawing/2014/main" id="{BF57CD05-79B1-4F5A-A76A-A8C6C298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46" name="Google Shape;446;g2d624313899_0_172">
            <a:extLst xmlns:a="http://schemas.openxmlformats.org/drawingml/2006/main">
              <a:ext uri="{FF2B5EF4-FFF2-40B4-BE49-F238E27FC236}">
                <a16:creationId xmlns:a16="http://schemas.microsoft.com/office/drawing/2014/main" id="{EED18BF9-58BE-4230-B399-1B5D847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7" name="Google Shape;447;g2d624313899_0_172">
            <a:extLst xmlns:a="http://schemas.openxmlformats.org/drawingml/2006/main">
              <a:ext uri="{FF2B5EF4-FFF2-40B4-BE49-F238E27FC236}">
                <a16:creationId xmlns:a16="http://schemas.microsoft.com/office/drawing/2014/main" id="{F592F393-B488-4116-9001-47F6B4BD6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075" y="2222500"/>
            <a:ext cx="3888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Servicio: ClienteSOAP.cs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HttpClient y System.Xml.Linq envían mensajes SOAP y el encabezado token.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448" name="Google Shape;448;g2d624313899_0_172">
            <a:extLst xmlns:a="http://schemas.openxmlformats.org/drawingml/2006/main">
              <a:ext uri="{FF2B5EF4-FFF2-40B4-BE49-F238E27FC236}">
                <a16:creationId xmlns:a16="http://schemas.microsoft.com/office/drawing/2014/main" id="{79D79120-48F4-4BA4-B4E9-912FBCC0EB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98075" y="2222500"/>
            <a:ext cx="3888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Controlador: ControladorConversor.cs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Conserva la sesión y delega las conversiones en el adaptador remoto.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ControladorConversor.cs del móvil">
            <a:extLst xmlns:a="http://schemas.openxmlformats.org/drawingml/2006/main">
              <a:ext uri="{FF2B5EF4-FFF2-40B4-BE49-F238E27FC236}">
                <a16:creationId xmlns:a16="http://schemas.microsoft.com/office/drawing/2014/main" id="{760DE4C0-82E6-4314-AB2E-742463D8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331" y="3710940"/>
            <a:ext cx="3802710" cy="28483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ControladorConversor.cs del móvil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ClienteSOAP.cs del móvil">
            <a:extLst xmlns:a="http://schemas.openxmlformats.org/drawingml/2006/main">
              <a:ext uri="{FF2B5EF4-FFF2-40B4-BE49-F238E27FC236}">
                <a16:creationId xmlns:a16="http://schemas.microsoft.com/office/drawing/2014/main" id="{BD4B1769-EB83-4114-B094-A3F8F5C5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75" y="3711388"/>
            <a:ext cx="3478914" cy="2259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ClienteSOAP.cs del móvil</a:t>
            </a:r>
          </a:p>
        </p:txBody>
      </p:sp>
    </p:spTree>
    <p:extLst>
      <p:ext uri="{BB962C8B-B14F-4D97-AF65-F5344CB8AC3E}">
        <p14:creationId xmlns:p14="http://schemas.microsoft.com/office/powerpoint/2010/main" val="111917978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5" name="Google Shape;455;g2d624313899_0_193">
            <a:extLst xmlns:a="http://schemas.openxmlformats.org/drawingml/2006/main">
              <a:ext uri="{FF2B5EF4-FFF2-40B4-BE49-F238E27FC236}">
                <a16:creationId xmlns:a16="http://schemas.microsoft.com/office/drawing/2014/main" id="{F28D1B5D-6F90-42E7-B39D-AD85B4DFF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56" name="Google Shape;456;g2d624313899_0_193">
            <a:extLst xmlns:a="http://schemas.openxmlformats.org/drawingml/2006/main">
              <a:ext uri="{FF2B5EF4-FFF2-40B4-BE49-F238E27FC236}">
                <a16:creationId xmlns:a16="http://schemas.microsoft.com/office/drawing/2014/main" id="{45B91D2A-BC07-48C9-BA6A-D4C8A65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7" name="Google Shape;457;g2d624313899_0_193">
            <a:extLst xmlns:a="http://schemas.openxmlformats.org/drawingml/2006/main">
              <a:ext uri="{FF2B5EF4-FFF2-40B4-BE49-F238E27FC236}">
                <a16:creationId xmlns:a16="http://schemas.microsoft.com/office/drawing/2014/main" id="{E43065EA-353C-4AE5-94C5-A2F8DBDB6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075" y="2222500"/>
            <a:ext cx="3888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Vista: PaginaPrincipal.xaml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Solicita Monster / Monster9 antes de habilitar la conversión.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458" name="Google Shape;458;g2d624313899_0_193">
            <a:extLst xmlns:a="http://schemas.openxmlformats.org/drawingml/2006/main">
              <a:ext uri="{FF2B5EF4-FFF2-40B4-BE49-F238E27FC236}">
                <a16:creationId xmlns:a16="http://schemas.microsoft.com/office/drawing/2014/main" id="{89A84B36-1F9E-4F56-A060-F1BD43B26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98075" y="2222500"/>
            <a:ext cx="3888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 de conversión MAUI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Recoge magnitud, unidades y valor; muestra el resultado o el error.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Vista de conversión MAUI">
            <a:extLst xmlns:a="http://schemas.openxmlformats.org/drawingml/2006/main">
              <a:ext uri="{FF2B5EF4-FFF2-40B4-BE49-F238E27FC236}">
                <a16:creationId xmlns:a16="http://schemas.microsoft.com/office/drawing/2014/main" id="{285724F7-4293-4679-9704-747298B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586" y="3395466"/>
            <a:ext cx="3346888" cy="31212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Vista de conversión MAUI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APTURA PENDIENTE - Acceso en PaginaPrincipal.xaml">
            <a:extLst xmlns:a="http://schemas.openxmlformats.org/drawingml/2006/main">
              <a:ext uri="{FF2B5EF4-FFF2-40B4-BE49-F238E27FC236}">
                <a16:creationId xmlns:a16="http://schemas.microsoft.com/office/drawing/2014/main" id="{04AF29B5-117D-4812-83CA-A17B8CA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71" y="3523400"/>
            <a:ext cx="3704493" cy="22902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Acceso en PaginaPrincipal.xaml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88879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3" name="Google Shape;493;g2d6d00c5bd2_3_16">
            <a:extLst xmlns:a="http://schemas.openxmlformats.org/drawingml/2006/main">
              <a:ext uri="{FF2B5EF4-FFF2-40B4-BE49-F238E27FC236}">
                <a16:creationId xmlns:a16="http://schemas.microsoft.com/office/drawing/2014/main" id="{EDC3FAEA-F510-4739-9D44-4C5ED16F4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94" name="Google Shape;494;g2d6d00c5bd2_3_16">
            <a:extLst xmlns:a="http://schemas.openxmlformats.org/drawingml/2006/main">
              <a:ext uri="{FF2B5EF4-FFF2-40B4-BE49-F238E27FC236}">
                <a16:creationId xmlns:a16="http://schemas.microsoft.com/office/drawing/2014/main" id="{EED1C1C4-6420-4774-A679-E6723C35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Google Shape;495;g2d6d00c5bd2_3_16">
            <a:extLst xmlns:a="http://schemas.openxmlformats.org/drawingml/2006/main">
              <a:ext uri="{FF2B5EF4-FFF2-40B4-BE49-F238E27FC236}">
                <a16:creationId xmlns:a16="http://schemas.microsoft.com/office/drawing/2014/main" id="{7385B157-8B06-4EEA-B224-F160B9098F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84125"/>
            <a:ext cx="8589300" cy="11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457200" lvl="0" indent="-31798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Ejecuta el servidor en el puerto 19081 y después inicia la aplicación Android. Confirma que el emulador o dispositivo pueda alcanzar la dirección configurada.</a:t>
            </a:r>
            <a:endParaRPr>
              <a:latin typeface="Cambria"/>
              <a:ea typeface="Cambria"/>
              <a:cs typeface="Cambria"/>
            </a:endParaRPr>
          </a:p>
        </p:txBody>
      </p:sp>
      <p:sp>
        <p:nvSpPr>
          <p:cNvPr id="2" name="CAPTURA PENDIENTE - Ejecución en dispositivo Android">
            <a:extLst xmlns:a="http://schemas.openxmlformats.org/drawingml/2006/main">
              <a:ext uri="{FF2B5EF4-FFF2-40B4-BE49-F238E27FC236}">
                <a16:creationId xmlns:a16="http://schemas.microsoft.com/office/drawing/2014/main" id="{EFF9EA56-8E4A-4C81-B84A-E7CEC6A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360" y="3132224"/>
            <a:ext cx="1577205" cy="346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Ejecución en dispositivo Android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PTURA PENDIENTE - Ejecución en emulador Android">
            <a:extLst xmlns:a="http://schemas.openxmlformats.org/drawingml/2006/main">
              <a:ext uri="{FF2B5EF4-FFF2-40B4-BE49-F238E27FC236}">
                <a16:creationId xmlns:a16="http://schemas.microsoft.com/office/drawing/2014/main" id="{6C8C1FDA-779D-4992-A82B-C2E2CFB9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289" y="3132225"/>
            <a:ext cx="1720640" cy="346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CAPTURA PENDIENTE</a:t>
            </a:r>
          </a:p>
          <a:p xmlns:a="http://schemas.openxmlformats.org/drawingml/2006/main">
            <a:pPr algn="ctr">
              <a:buNone/>
            </a:pPr>
            <a:r>
              <a:rPr sz="90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Ejecución en emulador Android</a:t>
            </a:r>
            <a:endParaRPr sz="900" i="1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632519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2" name="Google Shape;502;p41">
            <a:extLst xmlns:a="http://schemas.openxmlformats.org/drawingml/2006/main">
              <a:ext uri="{FF2B5EF4-FFF2-40B4-BE49-F238E27FC236}">
                <a16:creationId xmlns:a16="http://schemas.microsoft.com/office/drawing/2014/main" id="{7BA5A71B-DA27-4E77-8F28-3C68709A7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  <a:endParaRPr/>
          </a:p>
        </p:txBody>
      </p:sp>
      <p:sp>
        <p:nvSpPr>
          <p:cNvPr id="503" name="Google Shape;503;p41">
            <a:extLst xmlns:a="http://schemas.openxmlformats.org/drawingml/2006/main">
              <a:ext uri="{FF2B5EF4-FFF2-40B4-BE49-F238E27FC236}">
                <a16:creationId xmlns:a16="http://schemas.microsoft.com/office/drawing/2014/main" id="{CC35136F-8158-4BDC-B33B-04C3B71449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8589300" cy="367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SOAP .NET integra un servidor y cuatro clientes con una lógica de conversión centralizada en IConversor&lt;TUnidad&gt;.</a:t>
            </a: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Consola, WPF, Razor MVC y MAUI conservan vistas nativas y separan la comunicación remota. Los datos y las sesiones permanecen en memoria.</a:t>
            </a:r>
            <a:endParaRPr sz="1900"/>
          </a:p>
        </p:txBody>
      </p:sp>
      <p:sp>
        <p:nvSpPr>
          <p:cNvPr id="504" name="Google Shape;504;p41">
            <a:extLst xmlns:a="http://schemas.openxmlformats.org/drawingml/2006/main">
              <a:ext uri="{FF2B5EF4-FFF2-40B4-BE49-F238E27FC236}">
                <a16:creationId xmlns:a16="http://schemas.microsoft.com/office/drawing/2014/main" id="{A7B9D63F-606D-48D2-BCC5-9CF448A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04309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42">
            <a:extLst xmlns:a="http://schemas.openxmlformats.org/drawingml/2006/main">
              <a:ext uri="{FF2B5EF4-FFF2-40B4-BE49-F238E27FC236}">
                <a16:creationId xmlns:a16="http://schemas.microsoft.com/office/drawing/2014/main" id="{9B11494C-BD9B-4D71-A849-8846F6BC3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  <a:endParaRPr/>
          </a:p>
        </p:txBody>
      </p:sp>
      <p:sp>
        <p:nvSpPr>
          <p:cNvPr id="510" name="Google Shape;510;p42">
            <a:extLst xmlns:a="http://schemas.openxmlformats.org/drawingml/2006/main">
              <a:ext uri="{FF2B5EF4-FFF2-40B4-BE49-F238E27FC236}">
                <a16:creationId xmlns:a16="http://schemas.microsoft.com/office/drawing/2014/main" id="{B1195F6A-1C21-4FD3-8DF5-C64FF4E49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025325"/>
            <a:ext cx="8500800" cy="42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Mantén el servidor activo y respeta las credenciales, rutas y encabezados del contrato.</a:t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Sincroniza catálogos, modelos y mensajes entre clientes. Registra capturas legibles de acceso y conversiones.</a:t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Al modificar fórmulas, comprueba valores conocidos y el recorrido de ida y vuelta.</a:t>
            </a:r>
            <a:endParaRPr sz="1900"/>
          </a:p>
        </p:txBody>
      </p:sp>
      <p:sp>
        <p:nvSpPr>
          <p:cNvPr id="511" name="Google Shape;511;p42">
            <a:extLst xmlns:a="http://schemas.openxmlformats.org/drawingml/2006/main">
              <a:ext uri="{FF2B5EF4-FFF2-40B4-BE49-F238E27FC236}">
                <a16:creationId xmlns:a16="http://schemas.microsoft.com/office/drawing/2014/main" id="{5AA969CA-FEC8-43D4-9CCA-A70B4E5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1327358"/>
      </p:ext>
    </p:extLst>
  </p:cSld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2026-10-28T07:36:50.7710000Z</dcterms:created>
  <dcterms:modified xsi:type="dcterms:W3CDTF">2026-10-28T07:36:50.7710000Z</dcterms:modified>
</coreProperties>
</file>